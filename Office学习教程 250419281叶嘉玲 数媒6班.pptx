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05" d="100"/>
          <a:sy n="105" d="100"/>
        </p:scale>
        <p:origin x="76" y="7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4F3D5-4E5C-45E8-B405-90DDBD9BBB06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53004-32D5-4C5A-8DE8-CCFF89CEB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54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131b8b1c-d414-4c84-9282-9fe2d2e8b5e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8441" y="841695"/>
            <a:ext cx="5479709" cy="6082979"/>
          </a:xfrm>
          <a:prstGeom prst="rect">
            <a:avLst/>
          </a:prstGeom>
        </p:spPr>
      </p:pic>
      <p:sp>
        <p:nvSpPr>
          <p:cNvPr id="2" name="标题 1" descr="b902cbd1-06fa-41b2-bfc5-7e172edde6ce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5728041" cy="221711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2b02a38d-0bfa-428c-a521-75498683cc53"/>
          <p:cNvSpPr>
            <a:spLocks noGrp="1"/>
          </p:cNvSpPr>
          <p:nvPr>
            <p:ph type="subTitle" idx="1" hasCustomPrompt="1"/>
          </p:nvPr>
        </p:nvSpPr>
        <p:spPr>
          <a:xfrm>
            <a:off x="660401" y="3510582"/>
            <a:ext cx="4076700" cy="731217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f91f9e17-33e6-49f6-9c6e-daf15d5700fe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9a640b98-24ae-4b12-8852-71a486a63365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896aa43-0c0f-4b3b-81a7-8ccad8f4aaa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5f3e843d-98b2-4ca2-b432-8dced6c7c464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3d644299-e22e-4967-9ee6-623d056a1f2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09860ee-fb4f-4b28-8f6d-6a1cfda31f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b401e7dc-4f45-4544-9049-954ca6ea449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c891d79-704c-4e50-b2c4-b3654616178e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38e6e6f3-4189-49be-9a23-ba247fec33a4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ceeb83a7-165e-4b5b-9d99-a011af8ec31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8762ac6-daac-49df-a704-070780d437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5a3f0a2-2a87-451e-bc8a-7b1f8db88d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fee06caa-07c5-4b2f-8574-738b66354d1d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58c9b808-b690-4e88-ae3f-452cd5d0667a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>
          <a:xfrm>
            <a:off x="3371850" y="2282717"/>
            <a:ext cx="5435600" cy="120427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>
          <a:xfrm>
            <a:off x="3371850" y="3492500"/>
            <a:ext cx="5435600" cy="211746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e0633c59-aeb8-4a6b-8bbc-a7a0a0aa6ad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27c0138-5d58-440e-a642-ff2fdc0ed7e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681f8f55-c962-47f4-bc18-16303ec9059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形 6" descr="8e89e93e-3247-4166-becb-0a021b5885b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4613" y="1248032"/>
            <a:ext cx="4422775" cy="103468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54fcc4bf-ab30-42a8-8d04-ca375c0db38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a70a5cff-5541-4401-a573-5989aabe2df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1de56baf-85db-4401-9814-57a38b087fe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06268884-a89e-44ff-bc8d-60e995005c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49e8019e-c484-40e1-983e-837dd3b5a08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1d18aa67-4aae-4f59-9b0d-627cc8ff37e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1ca75b6b-95f9-4047-8e6d-6e14d24d25b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8441" y="841695"/>
            <a:ext cx="5479709" cy="6082979"/>
          </a:xfrm>
          <a:prstGeom prst="rect">
            <a:avLst/>
          </a:prstGeom>
        </p:spPr>
      </p:pic>
      <p:sp>
        <p:nvSpPr>
          <p:cNvPr id="2" name="标题 1" descr="9fd783f1-a84a-4d0d-a428-c25604795c8f"/>
          <p:cNvSpPr>
            <a:spLocks noGrp="1"/>
          </p:cNvSpPr>
          <p:nvPr>
            <p:ph type="title" hasCustomPrompt="1"/>
          </p:nvPr>
        </p:nvSpPr>
        <p:spPr>
          <a:xfrm>
            <a:off x="660400" y="2336800"/>
            <a:ext cx="5479709" cy="137160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5abdba75-b7f2-4f40-8f05-bd16f31b5238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27b85a07-f8d8-4e54-90a1-2fd67c2b63cf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02cbd1-06fa-41b2-bfc5-7e172edde6ce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latin typeface="Arial"/>
              </a:rPr>
              <a:t>Office学习教程</a:t>
            </a:r>
          </a:p>
        </p:txBody>
      </p:sp>
      <p:sp>
        <p:nvSpPr>
          <p:cNvPr id="3" name="副标题 2" descr="2b02a38d-0bfa-428c-a521-75498683cc53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ea typeface="微软雅黑"/>
              </a:rPr>
              <a:t>开启高效办公之旅</a:t>
            </a:r>
          </a:p>
        </p:txBody>
      </p:sp>
      <p:sp>
        <p:nvSpPr>
          <p:cNvPr id="4" name="文本占位符 3" descr="f91f9e17-33e6-49f6-9c6e-daf15d5700fe"/>
          <p:cNvSpPr>
            <a:spLocks noGrp="1"/>
          </p:cNvSpPr>
          <p:nvPr>
            <p:ph type="body" sz="quarter" idx="13" hasCustomPrompt="1"/>
          </p:nvPr>
        </p:nvSpPr>
        <p:spPr>
          <a:xfrm>
            <a:off x="869951" y="4776469"/>
            <a:ext cx="3657600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dirty="0">
                <a:solidFill>
                  <a:srgbClr val="000000"/>
                </a:solidFill>
                <a:ea typeface="微软雅黑"/>
              </a:rPr>
              <a:t>报告人</a:t>
            </a:r>
            <a:r>
              <a:rPr lang="zh-CN" altLang="en-US" sz="1800" b="0" i="0" u="none" dirty="0">
                <a:solidFill>
                  <a:srgbClr val="000000"/>
                </a:solidFill>
                <a:ea typeface="微软雅黑"/>
              </a:rPr>
              <a:t>：</a:t>
            </a:r>
            <a:endParaRPr lang="en-US" sz="1800" b="0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5" name="文本占位符 4" descr="9a640b98-24ae-4b12-8852-71a486a63365"/>
          <p:cNvSpPr>
            <a:spLocks noGrp="1"/>
          </p:cNvSpPr>
          <p:nvPr>
            <p:ph type="body" sz="quarter" idx="14" hasCustomPrompt="1"/>
          </p:nvPr>
        </p:nvSpPr>
        <p:spPr>
          <a:xfrm>
            <a:off x="2125862" y="4772927"/>
            <a:ext cx="3657600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strike="noStrike" dirty="0">
                <a:solidFill>
                  <a:srgbClr val="000000"/>
                </a:solidFill>
                <a:ea typeface="微软雅黑"/>
              </a:rPr>
              <a:t>数媒6班 叶嘉玲 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8914044-7f68-4426-877e-eb45d293be53.source.4.zh-Hans.pptx" descr="82d87d44-33a3-4386-a9bb-edfbe8bdb03d">
            <a:extLst>
              <a:ext uri="{FF2B5EF4-FFF2-40B4-BE49-F238E27FC236}">
                <a16:creationId xmlns:a16="http://schemas.microsoft.com/office/drawing/2014/main" id="{6DAF80BA-D9B4-1D8B-B80A-8D3F47FEF339}"/>
              </a:ext>
            </a:extLst>
          </p:cNvPr>
          <p:cNvGrpSpPr/>
          <p:nvPr/>
        </p:nvGrpSpPr>
        <p:grpSpPr>
          <a:xfrm>
            <a:off x="0" y="1028700"/>
            <a:ext cx="12192000" cy="5829300"/>
            <a:chOff x="0" y="1028700"/>
            <a:chExt cx="12192000" cy="5829300"/>
          </a:xfrm>
        </p:grpSpPr>
        <p:grpSp>
          <p:nvGrpSpPr>
            <p:cNvPr id="22" name="组合 21" descr="23838f31-89d7-49b0-9039-e17b269c05d8">
              <a:extLst>
                <a:ext uri="{FF2B5EF4-FFF2-40B4-BE49-F238E27FC236}">
                  <a16:creationId xmlns:a16="http://schemas.microsoft.com/office/drawing/2014/main" id="{5A590A5C-C6FE-261A-3B03-B5D8784241A6}"/>
                </a:ext>
              </a:extLst>
            </p:cNvPr>
            <p:cNvGrpSpPr/>
            <p:nvPr/>
          </p:nvGrpSpPr>
          <p:grpSpPr>
            <a:xfrm>
              <a:off x="0" y="1028700"/>
              <a:ext cx="12192000" cy="5829300"/>
              <a:chOff x="0" y="-3782785"/>
              <a:chExt cx="12192000" cy="5829300"/>
            </a:xfrm>
          </p:grpSpPr>
          <p:sp>
            <p:nvSpPr>
              <p:cNvPr id="23" name="矩形: 圆角 22" descr="bed64ee2-8d78-4d3c-9293-9fa1b24c2f44">
                <a:extLst>
                  <a:ext uri="{FF2B5EF4-FFF2-40B4-BE49-F238E27FC236}">
                    <a16:creationId xmlns:a16="http://schemas.microsoft.com/office/drawing/2014/main" id="{3F06C3F2-25C3-0742-A7B8-382AFD75F690}"/>
                  </a:ext>
                </a:extLst>
              </p:cNvPr>
              <p:cNvSpPr/>
              <p:nvPr/>
            </p:nvSpPr>
            <p:spPr>
              <a:xfrm>
                <a:off x="0" y="-680346"/>
                <a:ext cx="12192000" cy="2726861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4" name="pic-BottomLeft,Top,TopBottomRightLeft,TopRightLeft,TopBottom,BottomRightLeft,LeftTopBottom,All,Any" descr="ee7e7711-efe7-42a1-9f5a-0cfa7f08356f">
                <a:extLst>
                  <a:ext uri="{FF2B5EF4-FFF2-40B4-BE49-F238E27FC236}">
                    <a16:creationId xmlns:a16="http://schemas.microsoft.com/office/drawing/2014/main" id="{6B5A50B2-D229-F6D4-8EA2-A1A667FA02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0" y="-355599"/>
                <a:ext cx="12192000" cy="2402114"/>
              </a:xfrm>
              <a:prstGeom prst="rect">
                <a:avLst/>
              </a:prstGeom>
              <a:blipFill rotWithShape="1">
                <a:blip r:embed="rId2"/>
                <a:stretch>
                  <a:fillRect t="-119117" b="-119117"/>
                </a:stretch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25" name="Title" descr="7a34d467-2891-4580-893b-832836a59d78">
                <a:extLst>
                  <a:ext uri="{FF2B5EF4-FFF2-40B4-BE49-F238E27FC236}">
                    <a16:creationId xmlns:a16="http://schemas.microsoft.com/office/drawing/2014/main" id="{D23A7560-087A-B45A-E340-28EBA9AE7A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0400" y="-3782785"/>
                <a:ext cx="10858500" cy="9162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6" name="矩形: 圆角 25" descr="3120d614-e5ad-4c10-abf5-bfd7973f0a26">
                <a:extLst>
                  <a:ext uri="{FF2B5EF4-FFF2-40B4-BE49-F238E27FC236}">
                    <a16:creationId xmlns:a16="http://schemas.microsoft.com/office/drawing/2014/main" id="{8ACCC02A-F477-4307-29C8-7822BB21122B}"/>
                  </a:ext>
                </a:extLst>
              </p:cNvPr>
              <p:cNvSpPr/>
              <p:nvPr/>
            </p:nvSpPr>
            <p:spPr>
              <a:xfrm>
                <a:off x="2792548" y="-3285783"/>
                <a:ext cx="1722686" cy="4572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矩形: 圆角 26" descr="d7228bc1-9775-45fb-9949-d54b9998def9">
                <a:extLst>
                  <a:ext uri="{FF2B5EF4-FFF2-40B4-BE49-F238E27FC236}">
                    <a16:creationId xmlns:a16="http://schemas.microsoft.com/office/drawing/2014/main" id="{3E7ED761-29EA-BAD5-A33B-224A34070D6D}"/>
                  </a:ext>
                </a:extLst>
              </p:cNvPr>
              <p:cNvSpPr/>
              <p:nvPr/>
            </p:nvSpPr>
            <p:spPr>
              <a:xfrm flipH="1">
                <a:off x="7494816" y="-3285783"/>
                <a:ext cx="1722686" cy="4572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 anchorCtr="0">
                <a:normAutofit fontScale="250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21" name="组合 20" descr="1d24db68-3e61-4da4-9f34-2cfd53a110b7">
              <a:extLst>
                <a:ext uri="{FF2B5EF4-FFF2-40B4-BE49-F238E27FC236}">
                  <a16:creationId xmlns:a16="http://schemas.microsoft.com/office/drawing/2014/main" id="{880D7B3F-7921-30E4-79D8-66AE8CC1BE8B}"/>
                </a:ext>
              </a:extLst>
            </p:cNvPr>
            <p:cNvGrpSpPr/>
            <p:nvPr/>
          </p:nvGrpSpPr>
          <p:grpSpPr>
            <a:xfrm>
              <a:off x="660401" y="2380502"/>
              <a:ext cx="10858500" cy="3753598"/>
              <a:chOff x="660401" y="2380502"/>
              <a:chExt cx="10858500" cy="3753598"/>
            </a:xfrm>
          </p:grpSpPr>
          <p:grpSp>
            <p:nvGrpSpPr>
              <p:cNvPr id="4" name="组合 1" descr="72bb02de-6445-4aef-ab39-a780149de6e4">
                <a:extLst>
                  <a:ext uri="{FF2B5EF4-FFF2-40B4-BE49-F238E27FC236}">
                    <a16:creationId xmlns:a16="http://schemas.microsoft.com/office/drawing/2014/main" id="{03B0071B-A678-1987-55B4-0246168019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1" y="2380502"/>
                <a:ext cx="2524727" cy="3753598"/>
                <a:chOff x="3333750" y="3040083"/>
                <a:chExt cx="5886450" cy="1741786"/>
              </a:xfrm>
            </p:grpSpPr>
            <p:sp>
              <p:nvSpPr>
                <p:cNvPr id="6" name="ComponentBackground1" descr="b3c75c57-68d4-4785-ab87-89a966196b7f">
                  <a:extLst>
                    <a:ext uri="{FF2B5EF4-FFF2-40B4-BE49-F238E27FC236}">
                      <a16:creationId xmlns:a16="http://schemas.microsoft.com/office/drawing/2014/main" id="{A937CA94-AAB1-C9D4-3CB0-FF1207DC57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333750" y="3040083"/>
                  <a:ext cx="5886450" cy="1741786"/>
                </a:xfrm>
                <a:prstGeom prst="roundRect">
                  <a:avLst>
                    <a:gd name="adj" fmla="val 9478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/>
                </a:p>
              </p:txBody>
            </p:sp>
            <p:sp>
              <p:nvSpPr>
                <p:cNvPr id="7" name="Bullet1" descr="f4cf8eb0-332c-4e44-9969-dd6f8a560794">
                  <a:extLst>
                    <a:ext uri="{FF2B5EF4-FFF2-40B4-BE49-F238E27FC236}">
                      <a16:creationId xmlns:a16="http://schemas.microsoft.com/office/drawing/2014/main" id="{1B51EA4A-24F2-E604-30C0-BA4DEC285A0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3732689" y="3726435"/>
                  <a:ext cx="5118172" cy="6790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en-US" sz="2200" b="1" i="0" u="none">
                      <a:solidFill>
                        <a:srgbClr val="000000"/>
                      </a:solidFill>
                      <a:latin typeface="Arial"/>
                    </a:rPr>
                    <a:t>Office基础入门</a:t>
                  </a:r>
                </a:p>
              </p:txBody>
            </p:sp>
            <p:sp>
              <p:nvSpPr>
                <p:cNvPr id="8" name="Number1" descr="6370c74b-2ffd-4bab-878d-e6b2dc080e5e">
                  <a:extLst>
                    <a:ext uri="{FF2B5EF4-FFF2-40B4-BE49-F238E27FC236}">
                      <a16:creationId xmlns:a16="http://schemas.microsoft.com/office/drawing/2014/main" id="{73AB4580-027D-8A47-C18F-2F56C953C62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2692" y="3114095"/>
                  <a:ext cx="2285362" cy="457359"/>
                </a:xfrm>
                <a:prstGeom prst="roundRect">
                  <a:avLst>
                    <a:gd name="adj" fmla="val 21423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id="9" name="组合 1" descr="f0812d83-de03-4324-aafe-d65d85960d27">
                <a:extLst>
                  <a:ext uri="{FF2B5EF4-FFF2-40B4-BE49-F238E27FC236}">
                    <a16:creationId xmlns:a16="http://schemas.microsoft.com/office/drawing/2014/main" id="{03B0071B-A678-1987-55B4-0246168019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38326" y="2380502"/>
                <a:ext cx="2524727" cy="3753598"/>
                <a:chOff x="3333750" y="3040083"/>
                <a:chExt cx="5886450" cy="1741786"/>
              </a:xfrm>
            </p:grpSpPr>
            <p:sp>
              <p:nvSpPr>
                <p:cNvPr id="10" name="ComponentBackground2" descr="bf7907a8-5ff9-4ae4-bab8-f468c17f3ffe">
                  <a:extLst>
                    <a:ext uri="{FF2B5EF4-FFF2-40B4-BE49-F238E27FC236}">
                      <a16:creationId xmlns:a16="http://schemas.microsoft.com/office/drawing/2014/main" id="{A937CA94-AAB1-C9D4-3CB0-FF1207DC57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333750" y="3040083"/>
                  <a:ext cx="5886450" cy="1741786"/>
                </a:xfrm>
                <a:prstGeom prst="roundRect">
                  <a:avLst>
                    <a:gd name="adj" fmla="val 9478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/>
                </a:p>
              </p:txBody>
            </p:sp>
            <p:sp>
              <p:nvSpPr>
                <p:cNvPr id="11" name="Bullet2" descr="1bbb4c9b-38f3-4d94-8845-b66eb1f42ce3">
                  <a:extLst>
                    <a:ext uri="{FF2B5EF4-FFF2-40B4-BE49-F238E27FC236}">
                      <a16:creationId xmlns:a16="http://schemas.microsoft.com/office/drawing/2014/main" id="{1B51EA4A-24F2-E604-30C0-BA4DEC285A0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3732689" y="3726435"/>
                  <a:ext cx="5118172" cy="6790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en-US" sz="2200" b="1" i="0" u="none">
                      <a:solidFill>
                        <a:srgbClr val="000000"/>
                      </a:solidFill>
                      <a:latin typeface="Arial"/>
                    </a:rPr>
                    <a:t>Word文档编辑</a:t>
                  </a:r>
                </a:p>
              </p:txBody>
            </p:sp>
            <p:sp>
              <p:nvSpPr>
                <p:cNvPr id="12" name="Number2" descr="9e8db4cc-2330-4b73-ae4d-ddb665c804a6">
                  <a:extLst>
                    <a:ext uri="{FF2B5EF4-FFF2-40B4-BE49-F238E27FC236}">
                      <a16:creationId xmlns:a16="http://schemas.microsoft.com/office/drawing/2014/main" id="{73AB4580-027D-8A47-C18F-2F56C953C62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2692" y="3114095"/>
                  <a:ext cx="2285362" cy="457359"/>
                </a:xfrm>
                <a:prstGeom prst="roundRect">
                  <a:avLst>
                    <a:gd name="adj" fmla="val 21423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id="13" name="组合 1" descr="9e53d4d3-7548-470a-b502-4c25dde1e0b4">
                <a:extLst>
                  <a:ext uri="{FF2B5EF4-FFF2-40B4-BE49-F238E27FC236}">
                    <a16:creationId xmlns:a16="http://schemas.microsoft.com/office/drawing/2014/main" id="{03B0071B-A678-1987-55B4-0246168019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216250" y="2380502"/>
                <a:ext cx="2524727" cy="3753598"/>
                <a:chOff x="3333750" y="3040083"/>
                <a:chExt cx="5886450" cy="1741786"/>
              </a:xfrm>
            </p:grpSpPr>
            <p:sp>
              <p:nvSpPr>
                <p:cNvPr id="14" name="ComponentBackground3" descr="fc980693-e558-4949-bbd1-e53493dc3558">
                  <a:extLst>
                    <a:ext uri="{FF2B5EF4-FFF2-40B4-BE49-F238E27FC236}">
                      <a16:creationId xmlns:a16="http://schemas.microsoft.com/office/drawing/2014/main" id="{A937CA94-AAB1-C9D4-3CB0-FF1207DC57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333750" y="3040083"/>
                  <a:ext cx="5886450" cy="1741786"/>
                </a:xfrm>
                <a:prstGeom prst="roundRect">
                  <a:avLst>
                    <a:gd name="adj" fmla="val 9478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/>
                </a:p>
              </p:txBody>
            </p:sp>
            <p:sp>
              <p:nvSpPr>
                <p:cNvPr id="15" name="Bullet3" descr="9281c1f2-cee5-4342-94e7-10ae2a3e0c23">
                  <a:extLst>
                    <a:ext uri="{FF2B5EF4-FFF2-40B4-BE49-F238E27FC236}">
                      <a16:creationId xmlns:a16="http://schemas.microsoft.com/office/drawing/2014/main" id="{1B51EA4A-24F2-E604-30C0-BA4DEC285A0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3732689" y="3726435"/>
                  <a:ext cx="5118172" cy="6790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en-US" sz="2200" b="1" i="0" u="none">
                      <a:solidFill>
                        <a:srgbClr val="000000"/>
                      </a:solidFill>
                      <a:latin typeface="Arial"/>
                    </a:rPr>
                    <a:t>Excel数据处理</a:t>
                  </a:r>
                </a:p>
              </p:txBody>
            </p:sp>
            <p:sp>
              <p:nvSpPr>
                <p:cNvPr id="16" name="Number3" descr="b048a12a-1bfa-41fc-a0d4-e912b3584e81">
                  <a:extLst>
                    <a:ext uri="{FF2B5EF4-FFF2-40B4-BE49-F238E27FC236}">
                      <a16:creationId xmlns:a16="http://schemas.microsoft.com/office/drawing/2014/main" id="{73AB4580-027D-8A47-C18F-2F56C953C62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2692" y="3114095"/>
                  <a:ext cx="2285362" cy="457359"/>
                </a:xfrm>
                <a:prstGeom prst="roundRect">
                  <a:avLst>
                    <a:gd name="adj" fmla="val 21423"/>
                  </a:avLst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id="17" name="组合 1" descr="738549b5-95a7-4cb1-99bb-5223cd2530de">
                <a:extLst>
                  <a:ext uri="{FF2B5EF4-FFF2-40B4-BE49-F238E27FC236}">
                    <a16:creationId xmlns:a16="http://schemas.microsoft.com/office/drawing/2014/main" id="{03B0071B-A678-1987-55B4-0246168019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994174" y="2380502"/>
                <a:ext cx="2524727" cy="3753598"/>
                <a:chOff x="3333750" y="3040083"/>
                <a:chExt cx="5886450" cy="1741786"/>
              </a:xfrm>
            </p:grpSpPr>
            <p:sp>
              <p:nvSpPr>
                <p:cNvPr id="3" name="ComponentBackground4" descr="8073ca81-7fb6-48be-9f8d-5356c9097656">
                  <a:extLst>
                    <a:ext uri="{FF2B5EF4-FFF2-40B4-BE49-F238E27FC236}">
                      <a16:creationId xmlns:a16="http://schemas.microsoft.com/office/drawing/2014/main" id="{A937CA94-AAB1-C9D4-3CB0-FF1207DC57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333750" y="3040083"/>
                  <a:ext cx="5886450" cy="1741786"/>
                </a:xfrm>
                <a:prstGeom prst="roundRect">
                  <a:avLst>
                    <a:gd name="adj" fmla="val 9478"/>
                  </a:avLst>
                </a:prstGeom>
                <a:solidFill>
                  <a:schemeClr val="bg1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270000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/>
                </a:p>
              </p:txBody>
            </p:sp>
            <p:sp>
              <p:nvSpPr>
                <p:cNvPr id="18" name="Bullet4" descr="293c71fe-fe4d-4aae-80b0-ab8359f664ab">
                  <a:extLst>
                    <a:ext uri="{FF2B5EF4-FFF2-40B4-BE49-F238E27FC236}">
                      <a16:creationId xmlns:a16="http://schemas.microsoft.com/office/drawing/2014/main" id="{1B51EA4A-24F2-E604-30C0-BA4DEC285A0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3732689" y="3726435"/>
                  <a:ext cx="5118172" cy="6790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en-US" sz="2200" b="1" i="0" u="none">
                      <a:solidFill>
                        <a:srgbClr val="000000"/>
                      </a:solidFill>
                      <a:latin typeface="Arial"/>
                    </a:rPr>
                    <a:t>PowerPoint演示文稿制作</a:t>
                  </a:r>
                </a:p>
              </p:txBody>
            </p:sp>
            <p:sp>
              <p:nvSpPr>
                <p:cNvPr id="5" name="Number4" descr="dca0f756-4a95-4f07-8035-4954ed870091">
                  <a:extLst>
                    <a:ext uri="{FF2B5EF4-FFF2-40B4-BE49-F238E27FC236}">
                      <a16:creationId xmlns:a16="http://schemas.microsoft.com/office/drawing/2014/main" id="{73AB4580-027D-8A47-C18F-2F56C953C62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2692" y="3114095"/>
                  <a:ext cx="2285362" cy="457359"/>
                </a:xfrm>
                <a:prstGeom prst="roundRect">
                  <a:avLst>
                    <a:gd name="adj" fmla="val 21423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/>
              </a:rPr>
              <a:t>Office基础入门</a:t>
            </a: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了解Office，顺利开启学习之旅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2345544f-b755-40e0-a92e-48741e05e2b2.source.4.zh-Hans.pptx" descr="31824b32-cdd2-4a6c-b2f3-c260fe876c75">
            <a:extLst>
              <a:ext uri="{FF2B5EF4-FFF2-40B4-BE49-F238E27FC236}">
                <a16:creationId xmlns:a16="http://schemas.microsoft.com/office/drawing/2014/main" id="{62683DCD-9C1B-7892-9DFA-3F2C5B2822A6}"/>
              </a:ext>
            </a:extLst>
          </p:cNvPr>
          <p:cNvGrpSpPr/>
          <p:nvPr/>
        </p:nvGrpSpPr>
        <p:grpSpPr>
          <a:xfrm>
            <a:off x="206226" y="1130300"/>
            <a:ext cx="10858500" cy="5003800"/>
            <a:chOff x="660400" y="1130300"/>
            <a:chExt cx="10858500" cy="5003800"/>
          </a:xfrm>
        </p:grpSpPr>
        <p:sp>
          <p:nvSpPr>
            <p:cNvPr id="7" name="Title" descr="13404c39-13e7-4a0f-b09e-2c587290a82b">
              <a:extLst>
                <a:ext uri="{FF2B5EF4-FFF2-40B4-BE49-F238E27FC236}">
                  <a16:creationId xmlns:a16="http://schemas.microsoft.com/office/drawing/2014/main" id="{87A44108-7FAC-0352-7CB7-0D7F1CBCBEFA}"/>
                </a:ext>
              </a:extLst>
            </p:cNvPr>
            <p:cNvSpPr txBox="1"/>
            <p:nvPr/>
          </p:nvSpPr>
          <p:spPr>
            <a:xfrm>
              <a:off x="660400" y="1130300"/>
              <a:ext cx="3418115" cy="138430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认识Office大家庭</a:t>
              </a:r>
            </a:p>
          </p:txBody>
        </p:sp>
        <p:grpSp>
          <p:nvGrpSpPr>
            <p:cNvPr id="9" name="组合 8" descr="a949f620-51c7-4ecc-8b2e-eb6d32d52823">
              <a:extLst>
                <a:ext uri="{FF2B5EF4-FFF2-40B4-BE49-F238E27FC236}">
                  <a16:creationId xmlns:a16="http://schemas.microsoft.com/office/drawing/2014/main" id="{0AE18780-E6A3-979A-5A60-3C0614505036}"/>
                </a:ext>
              </a:extLst>
            </p:cNvPr>
            <p:cNvGrpSpPr/>
            <p:nvPr/>
          </p:nvGrpSpPr>
          <p:grpSpPr>
            <a:xfrm>
              <a:off x="4396424" y="1184461"/>
              <a:ext cx="7122476" cy="1204274"/>
              <a:chOff x="4396424" y="1184461"/>
              <a:chExt cx="7122476" cy="628215"/>
            </a:xfrm>
          </p:grpSpPr>
          <p:sp>
            <p:nvSpPr>
              <p:cNvPr id="31" name="Bullet1" descr="d6f8450c-509c-4ab8-bc9b-af14d8bf5acb">
                <a:extLst>
                  <a:ext uri="{FF2B5EF4-FFF2-40B4-BE49-F238E27FC236}">
                    <a16:creationId xmlns:a16="http://schemas.microsoft.com/office/drawing/2014/main" id="{D942A847-F41B-77CF-65DF-3E78063049A1}"/>
                  </a:ext>
                </a:extLst>
              </p:cNvPr>
              <p:cNvSpPr txBox="1"/>
              <p:nvPr/>
            </p:nvSpPr>
            <p:spPr>
              <a:xfrm>
                <a:off x="5150156" y="1184461"/>
                <a:ext cx="2523183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/>
                  </a:rPr>
                  <a:t>Office是什么</a:t>
                </a:r>
              </a:p>
            </p:txBody>
          </p:sp>
          <p:sp>
            <p:nvSpPr>
              <p:cNvPr id="256" name="Number1" descr="f6b53bef-5de1-490d-aee5-548add032a95">
                <a:extLst>
                  <a:ext uri="{FF2B5EF4-FFF2-40B4-BE49-F238E27FC236}">
                    <a16:creationId xmlns:a16="http://schemas.microsoft.com/office/drawing/2014/main" id="{68AFAC5A-D115-C45B-75AE-A76CD27A6DA1}"/>
                  </a:ext>
                </a:extLst>
              </p:cNvPr>
              <p:cNvSpPr txBox="1"/>
              <p:nvPr/>
            </p:nvSpPr>
            <p:spPr>
              <a:xfrm>
                <a:off x="4396424" y="1227901"/>
                <a:ext cx="753732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algn="r">
                  <a:defRPr sz="3200"/>
                </a:lvl1pPr>
              </a:lstStyle>
              <a:p>
                <a:pPr algn="l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01.</a:t>
                </a:r>
              </a:p>
            </p:txBody>
          </p:sp>
          <p:sp>
            <p:nvSpPr>
              <p:cNvPr id="257" name="Text1" descr="8959b835-8197-424b-bad9-00d6a38083f4">
                <a:extLst>
                  <a:ext uri="{FF2B5EF4-FFF2-40B4-BE49-F238E27FC236}">
                    <a16:creationId xmlns:a16="http://schemas.microsoft.com/office/drawing/2014/main" id="{6FB7E0DA-A1A3-9CB5-25DD-8603F659F7CB}"/>
                  </a:ext>
                </a:extLst>
              </p:cNvPr>
              <p:cNvSpPr txBox="1"/>
              <p:nvPr/>
            </p:nvSpPr>
            <p:spPr>
              <a:xfrm>
                <a:off x="7791756" y="1184461"/>
                <a:ext cx="3727144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/>
                  </a:rPr>
                  <a:t>Office是一款功能强大的办公软件套装，它集成了文字处理、电子表格、演示文稿等多种工具，广泛应用于工作、学习和生活中。 </a:t>
                </a:r>
              </a:p>
            </p:txBody>
          </p:sp>
        </p:grpSp>
        <p:grpSp>
          <p:nvGrpSpPr>
            <p:cNvPr id="11" name="组合 10" descr="3014484d-c048-45f2-bebb-fc03d52fc644">
              <a:extLst>
                <a:ext uri="{FF2B5EF4-FFF2-40B4-BE49-F238E27FC236}">
                  <a16:creationId xmlns:a16="http://schemas.microsoft.com/office/drawing/2014/main" id="{B29FF221-3B4B-7F8F-08D3-C4E13EF194A8}"/>
                </a:ext>
              </a:extLst>
            </p:cNvPr>
            <p:cNvGrpSpPr/>
            <p:nvPr/>
          </p:nvGrpSpPr>
          <p:grpSpPr>
            <a:xfrm>
              <a:off x="4396424" y="2432916"/>
              <a:ext cx="7122476" cy="1204274"/>
              <a:chOff x="4396424" y="2094165"/>
              <a:chExt cx="7122476" cy="628215"/>
            </a:xfrm>
          </p:grpSpPr>
          <p:sp>
            <p:nvSpPr>
              <p:cNvPr id="28" name="Bullet2" descr="f986f902-7138-4c87-970c-440a1ae46d1a">
                <a:extLst>
                  <a:ext uri="{FF2B5EF4-FFF2-40B4-BE49-F238E27FC236}">
                    <a16:creationId xmlns:a16="http://schemas.microsoft.com/office/drawing/2014/main" id="{AAE25EA4-BD5F-C563-1488-00B684417BB2}"/>
                  </a:ext>
                </a:extLst>
              </p:cNvPr>
              <p:cNvSpPr txBox="1"/>
              <p:nvPr/>
            </p:nvSpPr>
            <p:spPr>
              <a:xfrm>
                <a:off x="5150156" y="2094165"/>
                <a:ext cx="2523183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kumimoji="1" sz="1000" b="0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/>
                  </a:rPr>
                  <a:t>Office常见组件</a:t>
                </a:r>
              </a:p>
            </p:txBody>
          </p:sp>
          <p:sp>
            <p:nvSpPr>
              <p:cNvPr id="29" name="Number2" descr="2bc68c24-4a08-44d2-a7ba-5e2b64c7a94e">
                <a:extLst>
                  <a:ext uri="{FF2B5EF4-FFF2-40B4-BE49-F238E27FC236}">
                    <a16:creationId xmlns:a16="http://schemas.microsoft.com/office/drawing/2014/main" id="{F5CAE0B3-A95D-CD74-7E28-7EB70089030F}"/>
                  </a:ext>
                </a:extLst>
              </p:cNvPr>
              <p:cNvSpPr txBox="1"/>
              <p:nvPr/>
            </p:nvSpPr>
            <p:spPr>
              <a:xfrm>
                <a:off x="4396424" y="2137605"/>
                <a:ext cx="753732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algn="r">
                  <a:defRPr sz="3200"/>
                </a:lvl1pPr>
              </a:lstStyle>
              <a:p>
                <a:pPr algn="l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02.</a:t>
                </a:r>
              </a:p>
            </p:txBody>
          </p:sp>
          <p:sp>
            <p:nvSpPr>
              <p:cNvPr id="30" name="Text2" descr="d66d3d15-3a85-4f29-86dc-58e558fee070">
                <a:extLst>
                  <a:ext uri="{FF2B5EF4-FFF2-40B4-BE49-F238E27FC236}">
                    <a16:creationId xmlns:a16="http://schemas.microsoft.com/office/drawing/2014/main" id="{41659229-5AD8-3910-7148-F772D5C4ADF0}"/>
                  </a:ext>
                </a:extLst>
              </p:cNvPr>
              <p:cNvSpPr txBox="1"/>
              <p:nvPr/>
            </p:nvSpPr>
            <p:spPr>
              <a:xfrm>
                <a:off x="7791756" y="2094165"/>
                <a:ext cx="3727144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kumimoji="1" sz="1000" b="0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常见的Office组件有Word、Excel、PowerPoint等。Word用于文档编辑，Excel用于数据处理，PowerPoint用于制作幻灯片。 </a:t>
                </a:r>
              </a:p>
            </p:txBody>
          </p:sp>
        </p:grpSp>
        <p:grpSp>
          <p:nvGrpSpPr>
            <p:cNvPr id="12" name="组合 11" descr="9549575d-01ff-40df-bc93-0033ceefab1d">
              <a:extLst>
                <a:ext uri="{FF2B5EF4-FFF2-40B4-BE49-F238E27FC236}">
                  <a16:creationId xmlns:a16="http://schemas.microsoft.com/office/drawing/2014/main" id="{1FE17602-F721-5B41-9D7B-398A8E5CC62E}"/>
                </a:ext>
              </a:extLst>
            </p:cNvPr>
            <p:cNvGrpSpPr/>
            <p:nvPr/>
          </p:nvGrpSpPr>
          <p:grpSpPr>
            <a:xfrm>
              <a:off x="4396424" y="3681371"/>
              <a:ext cx="7122476" cy="1204274"/>
              <a:chOff x="4396424" y="3003869"/>
              <a:chExt cx="7122476" cy="628215"/>
            </a:xfrm>
          </p:grpSpPr>
          <p:sp>
            <p:nvSpPr>
              <p:cNvPr id="25" name="Bullet3" descr="8e236381-dd85-498a-9435-02240b85c0ad">
                <a:extLst>
                  <a:ext uri="{FF2B5EF4-FFF2-40B4-BE49-F238E27FC236}">
                    <a16:creationId xmlns:a16="http://schemas.microsoft.com/office/drawing/2014/main" id="{B6306B52-0DA9-9D43-AD9C-D5CD2E22DAB7}"/>
                  </a:ext>
                </a:extLst>
              </p:cNvPr>
              <p:cNvSpPr txBox="1"/>
              <p:nvPr/>
            </p:nvSpPr>
            <p:spPr>
              <a:xfrm>
                <a:off x="5150156" y="3003869"/>
                <a:ext cx="2523183" cy="58477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rgbClr val="FFFFFF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FFFFFF"/>
                    </a:solidFill>
                    <a:latin typeface="Arial"/>
                  </a:rPr>
                  <a:t>Office的发展历程</a:t>
                </a:r>
              </a:p>
            </p:txBody>
          </p:sp>
          <p:sp>
            <p:nvSpPr>
              <p:cNvPr id="26" name="Number3" descr="8ae8b84c-8557-4b2f-b05d-a43418e2af75">
                <a:extLst>
                  <a:ext uri="{FF2B5EF4-FFF2-40B4-BE49-F238E27FC236}">
                    <a16:creationId xmlns:a16="http://schemas.microsoft.com/office/drawing/2014/main" id="{1F7A6DFB-AC3B-8C15-796C-DF03BAFDE401}"/>
                  </a:ext>
                </a:extLst>
              </p:cNvPr>
              <p:cNvSpPr txBox="1"/>
              <p:nvPr/>
            </p:nvSpPr>
            <p:spPr>
              <a:xfrm>
                <a:off x="4396424" y="3047309"/>
                <a:ext cx="753732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algn="r">
                  <a:defRPr sz="3200">
                    <a:solidFill>
                      <a:schemeClr val="accent1"/>
                    </a:solidFill>
                  </a:defRPr>
                </a:lvl1pPr>
              </a:lstStyle>
              <a:p>
                <a:pPr algn="l"/>
                <a:r>
                  <a:rPr lang="en-US" sz="3200" b="1" i="0" u="none">
                    <a:solidFill>
                      <a:srgbClr val="4D5991"/>
                    </a:solidFill>
                    <a:latin typeface="Arial"/>
                  </a:rPr>
                  <a:t>03.</a:t>
                </a:r>
              </a:p>
            </p:txBody>
          </p:sp>
          <p:sp>
            <p:nvSpPr>
              <p:cNvPr id="27" name="Text3" descr="58d5a7cf-04c5-40f9-8f51-53673e6298b1">
                <a:extLst>
                  <a:ext uri="{FF2B5EF4-FFF2-40B4-BE49-F238E27FC236}">
                    <a16:creationId xmlns:a16="http://schemas.microsoft.com/office/drawing/2014/main" id="{AA3E1419-8443-E7C9-73A4-8051CB004EAB}"/>
                  </a:ext>
                </a:extLst>
              </p:cNvPr>
              <p:cNvSpPr txBox="1"/>
              <p:nvPr/>
            </p:nvSpPr>
            <p:spPr>
              <a:xfrm>
                <a:off x="7791756" y="3003869"/>
                <a:ext cx="3727144" cy="58477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rgbClr val="FFFFFF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/>
                  </a:rPr>
                  <a:t>从早期简单的文字处理工具，到如今的智能化办公软件，Office不断更新迭代，功能日益强大，满足了用户多样化的需求。 </a:t>
                </a:r>
              </a:p>
            </p:txBody>
          </p:sp>
        </p:grpSp>
        <p:grpSp>
          <p:nvGrpSpPr>
            <p:cNvPr id="14" name="组合 13" descr="b04284eb-d620-48e6-aa7e-b11b09c41d56">
              <a:extLst>
                <a:ext uri="{FF2B5EF4-FFF2-40B4-BE49-F238E27FC236}">
                  <a16:creationId xmlns:a16="http://schemas.microsoft.com/office/drawing/2014/main" id="{2B3F73C0-ABE3-E850-7D91-8B993A9E771C}"/>
                </a:ext>
              </a:extLst>
            </p:cNvPr>
            <p:cNvGrpSpPr/>
            <p:nvPr/>
          </p:nvGrpSpPr>
          <p:grpSpPr>
            <a:xfrm>
              <a:off x="4396424" y="4929826"/>
              <a:ext cx="7122476" cy="1204274"/>
              <a:chOff x="4396424" y="3913573"/>
              <a:chExt cx="7122476" cy="628215"/>
            </a:xfrm>
          </p:grpSpPr>
          <p:sp>
            <p:nvSpPr>
              <p:cNvPr id="20" name="Bullet4" descr="21446833-1fa3-48eb-b1cc-a82424bf9987">
                <a:extLst>
                  <a:ext uri="{FF2B5EF4-FFF2-40B4-BE49-F238E27FC236}">
                    <a16:creationId xmlns:a16="http://schemas.microsoft.com/office/drawing/2014/main" id="{26309F81-5D3F-3E38-DE52-694283A1D993}"/>
                  </a:ext>
                </a:extLst>
              </p:cNvPr>
              <p:cNvSpPr txBox="1"/>
              <p:nvPr/>
            </p:nvSpPr>
            <p:spPr>
              <a:xfrm>
                <a:off x="5150156" y="3913573"/>
                <a:ext cx="2523183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/>
                  </a:rPr>
                  <a:t>Office的应用场景</a:t>
                </a:r>
              </a:p>
            </p:txBody>
          </p:sp>
          <p:sp>
            <p:nvSpPr>
              <p:cNvPr id="21" name="Number4" descr="4bc6d6e2-d805-45b3-b1aa-052559e3d4c6">
                <a:extLst>
                  <a:ext uri="{FF2B5EF4-FFF2-40B4-BE49-F238E27FC236}">
                    <a16:creationId xmlns:a16="http://schemas.microsoft.com/office/drawing/2014/main" id="{582506A4-5FC4-3079-E828-77E2EC38DF0E}"/>
                  </a:ext>
                </a:extLst>
              </p:cNvPr>
              <p:cNvSpPr txBox="1"/>
              <p:nvPr/>
            </p:nvSpPr>
            <p:spPr>
              <a:xfrm>
                <a:off x="4396424" y="3957013"/>
                <a:ext cx="753732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algn="r">
                  <a:defRPr sz="3200"/>
                </a:lvl1pPr>
              </a:lstStyle>
              <a:p>
                <a:pPr algn="l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04.</a:t>
                </a:r>
              </a:p>
            </p:txBody>
          </p:sp>
          <p:sp>
            <p:nvSpPr>
              <p:cNvPr id="24" name="Text4" descr="31cfe336-e6f4-4bd0-a5c5-841ae32579c7">
                <a:extLst>
                  <a:ext uri="{FF2B5EF4-FFF2-40B4-BE49-F238E27FC236}">
                    <a16:creationId xmlns:a16="http://schemas.microsoft.com/office/drawing/2014/main" id="{BE35B32F-283C-0DD1-80DE-F98FE3003CD3}"/>
                  </a:ext>
                </a:extLst>
              </p:cNvPr>
              <p:cNvSpPr txBox="1"/>
              <p:nvPr/>
            </p:nvSpPr>
            <p:spPr>
              <a:xfrm>
                <a:off x="7791756" y="3913573"/>
                <a:ext cx="3727144" cy="584776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无论是工作中的报告撰写、数据分析，还是学习中的论文排版、课件制作，Office都能发挥重要作用，提高我们的效率。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/>
              </a:rPr>
              <a:t>Office简介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98e93784-4100-42d0-86e5-09414daf8fa3.source.4.zh-Hans.pptx" descr="bdae809e-0e93-4a0c-9924-03f9150754e7">
            <a:extLst>
              <a:ext uri="{FF2B5EF4-FFF2-40B4-BE49-F238E27FC236}">
                <a16:creationId xmlns:a16="http://schemas.microsoft.com/office/drawing/2014/main" id="{931806ED-61BA-A047-0D6F-7D0D98987EA2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id="21" name="直接连接符 20" descr="63798c98-1b7b-412c-8509-ca7e837a7995">
              <a:extLst>
                <a:ext uri="{FF2B5EF4-FFF2-40B4-BE49-F238E27FC236}">
                  <a16:creationId xmlns:a16="http://schemas.microsoft.com/office/drawing/2014/main" id="{E091A95D-EE3B-A7BC-C463-3CEDC2C016F2}"/>
                </a:ext>
              </a:extLst>
            </p:cNvPr>
            <p:cNvCxnSpPr/>
            <p:nvPr/>
          </p:nvCxnSpPr>
          <p:spPr>
            <a:xfrm>
              <a:off x="6089650" y="1130300"/>
              <a:ext cx="0" cy="5003800"/>
            </a:xfrm>
            <a:prstGeom prst="line">
              <a:avLst/>
            </a:prstGeom>
            <a:ln w="6350" cap="rnd">
              <a:solidFill>
                <a:schemeClr val="tx1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 descr="714b59dd-31ba-44cd-a825-fba05bd4b774">
              <a:extLst>
                <a:ext uri="{FF2B5EF4-FFF2-40B4-BE49-F238E27FC236}">
                  <a16:creationId xmlns:a16="http://schemas.microsoft.com/office/drawing/2014/main" id="{1B75C3FB-B094-0AA9-4DED-3EDA8581C2D4}"/>
                </a:ext>
              </a:extLst>
            </p:cNvPr>
            <p:cNvGrpSpPr/>
            <p:nvPr/>
          </p:nvGrpSpPr>
          <p:grpSpPr>
            <a:xfrm>
              <a:off x="4902200" y="2419350"/>
              <a:ext cx="2374900" cy="2425700"/>
              <a:chOff x="4766310" y="1812201"/>
              <a:chExt cx="2646680" cy="3639999"/>
            </a:xfrm>
          </p:grpSpPr>
          <p:sp>
            <p:nvSpPr>
              <p:cNvPr id="28" name="矩形: 圆角 27" descr="5489eec5-eceb-48c9-9633-573429785bed">
                <a:extLst>
                  <a:ext uri="{FF2B5EF4-FFF2-40B4-BE49-F238E27FC236}">
                    <a16:creationId xmlns:a16="http://schemas.microsoft.com/office/drawing/2014/main" id="{DA620A82-21A8-88C3-AC8E-BE903B5D9A46}"/>
                  </a:ext>
                </a:extLst>
              </p:cNvPr>
              <p:cNvSpPr/>
              <p:nvPr/>
            </p:nvSpPr>
            <p:spPr>
              <a:xfrm>
                <a:off x="4766310" y="1812201"/>
                <a:ext cx="2646680" cy="3639999"/>
              </a:xfrm>
              <a:prstGeom prst="roundRect">
                <a:avLst>
                  <a:gd name="adj" fmla="val 6734"/>
                </a:avLst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29" name="Title" descr="a6e9c453-dff3-40ec-8a55-4d00707d5483">
                <a:extLst>
                  <a:ext uri="{FF2B5EF4-FFF2-40B4-BE49-F238E27FC236}">
                    <a16:creationId xmlns:a16="http://schemas.microsoft.com/office/drawing/2014/main" id="{CF06CFFB-B200-0A6A-7D05-8BABBE33B4AF}"/>
                  </a:ext>
                </a:extLst>
              </p:cNvPr>
              <p:cNvSpPr/>
              <p:nvPr/>
            </p:nvSpPr>
            <p:spPr>
              <a:xfrm>
                <a:off x="4932681" y="2057400"/>
                <a:ext cx="2313940" cy="3149600"/>
              </a:xfrm>
              <a:prstGeom prst="roundRect">
                <a:avLst>
                  <a:gd name="adj" fmla="val 8206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2400" b="1" i="0" u="none">
                    <a:solidFill>
                      <a:srgbClr val="000000"/>
                    </a:solidFill>
                    <a:ea typeface="微软雅黑"/>
                  </a:rPr>
                  <a:t>轻松拥有Office软件</a:t>
                </a:r>
              </a:p>
            </p:txBody>
          </p:sp>
        </p:grpSp>
        <p:grpSp>
          <p:nvGrpSpPr>
            <p:cNvPr id="27" name="组合 26" descr="af57b657-f365-4048-a2c6-3f8606cf71df">
              <a:extLst>
                <a:ext uri="{FF2B5EF4-FFF2-40B4-BE49-F238E27FC236}">
                  <a16:creationId xmlns:a16="http://schemas.microsoft.com/office/drawing/2014/main" id="{AA813D3D-AA59-7C6F-8552-703EF5061B31}"/>
                </a:ext>
              </a:extLst>
            </p:cNvPr>
            <p:cNvGrpSpPr/>
            <p:nvPr/>
          </p:nvGrpSpPr>
          <p:grpSpPr>
            <a:xfrm>
              <a:off x="660400" y="1130300"/>
              <a:ext cx="4140200" cy="2361007"/>
              <a:chOff x="660400" y="1130300"/>
              <a:chExt cx="4140200" cy="2361007"/>
            </a:xfrm>
          </p:grpSpPr>
          <p:sp>
            <p:nvSpPr>
              <p:cNvPr id="24" name="Number1" descr="13315c11-4910-4110-a9fa-cd82828d3891">
                <a:extLst>
                  <a:ext uri="{FF2B5EF4-FFF2-40B4-BE49-F238E27FC236}">
                    <a16:creationId xmlns:a16="http://schemas.microsoft.com/office/drawing/2014/main" id="{122FF908-91E4-7341-3992-81D9A3E68744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4D5991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id="25" name="Bullet1" descr="def53cf6-7dd5-4517-9390-ab95699ffdae">
                <a:extLst>
                  <a:ext uri="{FF2B5EF4-FFF2-40B4-BE49-F238E27FC236}">
                    <a16:creationId xmlns:a16="http://schemas.microsoft.com/office/drawing/2014/main" id="{82AB8E3C-467D-C1DB-55D7-8325E47E70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安装前的准备</a:t>
                </a:r>
              </a:p>
            </p:txBody>
          </p:sp>
          <p:sp>
            <p:nvSpPr>
              <p:cNvPr id="26" name="Text1" descr="108e03f6-7039-43e8-9cf6-af5fc7b46bbb">
                <a:extLst>
                  <a:ext uri="{FF2B5EF4-FFF2-40B4-BE49-F238E27FC236}">
                    <a16:creationId xmlns:a16="http://schemas.microsoft.com/office/drawing/2014/main" id="{2415401B-062F-CD2F-E8FE-37D1AACB0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在安装Office前，要确保电脑满足系统要求，如操作系统版本、内存等。同时，准备好安装包和激活密钥。 </a:t>
                </a:r>
              </a:p>
            </p:txBody>
          </p:sp>
        </p:grpSp>
        <p:grpSp>
          <p:nvGrpSpPr>
            <p:cNvPr id="31" name="组合 30" descr="3ff8e314-42fb-4658-ab60-ab9c48d159e8">
              <a:extLst>
                <a:ext uri="{FF2B5EF4-FFF2-40B4-BE49-F238E27FC236}">
                  <a16:creationId xmlns:a16="http://schemas.microsoft.com/office/drawing/2014/main" id="{7F8BA1E1-E1A4-BE5B-44A4-816B44F09D45}"/>
                </a:ext>
              </a:extLst>
            </p:cNvPr>
            <p:cNvGrpSpPr/>
            <p:nvPr/>
          </p:nvGrpSpPr>
          <p:grpSpPr>
            <a:xfrm>
              <a:off x="660400" y="3773093"/>
              <a:ext cx="4140200" cy="2361007"/>
              <a:chOff x="660400" y="1130300"/>
              <a:chExt cx="4140200" cy="2361007"/>
            </a:xfrm>
          </p:grpSpPr>
          <p:sp>
            <p:nvSpPr>
              <p:cNvPr id="32" name="Number2" descr="5f418fb1-511b-422f-a9e6-bea8b0f6c2c4">
                <a:extLst>
                  <a:ext uri="{FF2B5EF4-FFF2-40B4-BE49-F238E27FC236}">
                    <a16:creationId xmlns:a16="http://schemas.microsoft.com/office/drawing/2014/main" id="{43BA60F8-4F82-7A99-423A-B385C592E38C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4D5991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id="33" name="Bullet2" descr="5cffef43-9fbd-412d-8057-00738fad3d2b">
                <a:extLst>
                  <a:ext uri="{FF2B5EF4-FFF2-40B4-BE49-F238E27FC236}">
                    <a16:creationId xmlns:a16="http://schemas.microsoft.com/office/drawing/2014/main" id="{0F5AAAC3-2797-A1BB-0B98-9E9EE85484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安装步骤详解</a:t>
                </a:r>
              </a:p>
            </p:txBody>
          </p:sp>
          <p:sp>
            <p:nvSpPr>
              <p:cNvPr id="34" name="Text2" descr="8cc1a363-9c50-4f18-8c81-3f1f48bbf9a2">
                <a:extLst>
                  <a:ext uri="{FF2B5EF4-FFF2-40B4-BE49-F238E27FC236}">
                    <a16:creationId xmlns:a16="http://schemas.microsoft.com/office/drawing/2014/main" id="{4BDBC6BB-B4F8-FD2B-A391-B1BD4211B4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下载安装包后，双击运行，按照提示选择安装路径、组件等，等待安装完成即可。过程简单易懂。 </a:t>
                </a:r>
              </a:p>
            </p:txBody>
          </p:sp>
        </p:grpSp>
        <p:grpSp>
          <p:nvGrpSpPr>
            <p:cNvPr id="3" name="组合 2" descr="30c4cee7-7d52-4f74-b741-5f7b37c63d4e">
              <a:extLst>
                <a:ext uri="{FF2B5EF4-FFF2-40B4-BE49-F238E27FC236}">
                  <a16:creationId xmlns:a16="http://schemas.microsoft.com/office/drawing/2014/main" id="{FD51B1A1-1308-CA6D-EEC4-43E46290EE81}"/>
                </a:ext>
              </a:extLst>
            </p:cNvPr>
            <p:cNvGrpSpPr/>
            <p:nvPr/>
          </p:nvGrpSpPr>
          <p:grpSpPr>
            <a:xfrm>
              <a:off x="7378700" y="1130300"/>
              <a:ext cx="4140200" cy="2361007"/>
              <a:chOff x="660400" y="1130300"/>
              <a:chExt cx="4140200" cy="2361007"/>
            </a:xfrm>
          </p:grpSpPr>
          <p:sp>
            <p:nvSpPr>
              <p:cNvPr id="4" name="Number3" descr="e1513f87-aee4-41c2-9125-d9f865b3396a">
                <a:extLst>
                  <a:ext uri="{FF2B5EF4-FFF2-40B4-BE49-F238E27FC236}">
                    <a16:creationId xmlns:a16="http://schemas.microsoft.com/office/drawing/2014/main" id="{85A6B5EC-B699-48F6-1F53-C1F0A1927D2F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4D5991"/>
                    </a:solidFill>
                    <a:latin typeface="Arial"/>
                  </a:rPr>
                  <a:t>3.</a:t>
                </a:r>
              </a:p>
            </p:txBody>
          </p:sp>
          <p:sp>
            <p:nvSpPr>
              <p:cNvPr id="5" name="Bullet3" descr="e4d5d0f5-799a-4914-835d-2ed93bdb3104">
                <a:extLst>
                  <a:ext uri="{FF2B5EF4-FFF2-40B4-BE49-F238E27FC236}">
                    <a16:creationId xmlns:a16="http://schemas.microsoft.com/office/drawing/2014/main" id="{D0C05D40-1876-6921-B838-7FA46166FB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启动Office软件</a:t>
                </a:r>
              </a:p>
            </p:txBody>
          </p:sp>
          <p:sp>
            <p:nvSpPr>
              <p:cNvPr id="6" name="Text3" descr="5cf2dc43-0064-414d-87c5-5f6f7e186d00">
                <a:extLst>
                  <a:ext uri="{FF2B5EF4-FFF2-40B4-BE49-F238E27FC236}">
                    <a16:creationId xmlns:a16="http://schemas.microsoft.com/office/drawing/2014/main" id="{C8BDF56F-02A1-F010-634E-1E65257DB6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安装完成后，可以通过开始菜单、桌面快捷方式等启动Office软件，快速进入工作界面。 </a:t>
                </a:r>
              </a:p>
            </p:txBody>
          </p:sp>
        </p:grpSp>
        <p:grpSp>
          <p:nvGrpSpPr>
            <p:cNvPr id="7" name="组合 6" descr="470dd083-938f-465d-8420-0d54944306f2">
              <a:extLst>
                <a:ext uri="{FF2B5EF4-FFF2-40B4-BE49-F238E27FC236}">
                  <a16:creationId xmlns:a16="http://schemas.microsoft.com/office/drawing/2014/main" id="{D7423661-6CC8-FB3D-2496-5D1450B3EA03}"/>
                </a:ext>
              </a:extLst>
            </p:cNvPr>
            <p:cNvGrpSpPr/>
            <p:nvPr/>
          </p:nvGrpSpPr>
          <p:grpSpPr>
            <a:xfrm>
              <a:off x="7378700" y="3773093"/>
              <a:ext cx="4140200" cy="2361007"/>
              <a:chOff x="660400" y="1130300"/>
              <a:chExt cx="4140200" cy="2361007"/>
            </a:xfrm>
          </p:grpSpPr>
          <p:sp>
            <p:nvSpPr>
              <p:cNvPr id="8" name="Number4" descr="ced74299-7ed4-4927-8850-aa568f064c55">
                <a:extLst>
                  <a:ext uri="{FF2B5EF4-FFF2-40B4-BE49-F238E27FC236}">
                    <a16:creationId xmlns:a16="http://schemas.microsoft.com/office/drawing/2014/main" id="{21D42322-4B7E-4C21-CD1B-5E018E2935DF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4D5991"/>
                    </a:solidFill>
                    <a:latin typeface="Arial"/>
                  </a:rPr>
                  <a:t>4.</a:t>
                </a:r>
              </a:p>
            </p:txBody>
          </p:sp>
          <p:sp>
            <p:nvSpPr>
              <p:cNvPr id="9" name="Bullet4" descr="ccf0a914-a864-4b6e-bf6b-eabac722966f">
                <a:extLst>
                  <a:ext uri="{FF2B5EF4-FFF2-40B4-BE49-F238E27FC236}">
                    <a16:creationId xmlns:a16="http://schemas.microsoft.com/office/drawing/2014/main" id="{B0A3888A-ADA3-131A-5D42-43BAF6DE9D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激活Office的方法</a:t>
                </a:r>
              </a:p>
            </p:txBody>
          </p:sp>
          <p:sp>
            <p:nvSpPr>
              <p:cNvPr id="10" name="Text4" descr="d4a7d95c-51f3-46cc-bfa7-4c3379d49e8c">
                <a:extLst>
                  <a:ext uri="{FF2B5EF4-FFF2-40B4-BE49-F238E27FC236}">
                    <a16:creationId xmlns:a16="http://schemas.microsoft.com/office/drawing/2014/main" id="{1EE7E17A-F705-B337-7AE7-E471D19929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安装后需要激活才能正常使用。输入激活密钥或登录账号，按照提示完成激活操作，享受完整功能。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安装与启动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3fa5e35b-b134-43f2-94b7-1f08e1c1f85f.source.4.zh-Hans.pptx" descr="4e39dbe3-3ddd-4632-b329-32774df58c77">
            <a:extLst>
              <a:ext uri="{FF2B5EF4-FFF2-40B4-BE49-F238E27FC236}">
                <a16:creationId xmlns:a16="http://schemas.microsoft.com/office/drawing/2014/main" id="{B46EEF72-ABE5-7AC6-73C1-D72A9F6544A0}"/>
              </a:ext>
            </a:extLst>
          </p:cNvPr>
          <p:cNvGrpSpPr/>
          <p:nvPr/>
        </p:nvGrpSpPr>
        <p:grpSpPr>
          <a:xfrm>
            <a:off x="-1" y="841019"/>
            <a:ext cx="12192002" cy="5293081"/>
            <a:chOff x="-1" y="841019"/>
            <a:chExt cx="12192002" cy="5293081"/>
          </a:xfrm>
        </p:grpSpPr>
        <p:sp>
          <p:nvSpPr>
            <p:cNvPr id="62" name="同侧圆角矩形 61" descr="551d4258-1bb1-422e-8d45-0cf8a97550fc">
              <a:extLst>
                <a:ext uri="{FF2B5EF4-FFF2-40B4-BE49-F238E27FC236}">
                  <a16:creationId xmlns:a16="http://schemas.microsoft.com/office/drawing/2014/main" id="{2C904AD1-14F5-4C33-97B7-40732F27453C}"/>
                </a:ext>
              </a:extLst>
            </p:cNvPr>
            <p:cNvSpPr/>
            <p:nvPr/>
          </p:nvSpPr>
          <p:spPr>
            <a:xfrm rot="5400000">
              <a:off x="146722" y="694296"/>
              <a:ext cx="866095" cy="1159541"/>
            </a:xfrm>
            <a:prstGeom prst="round2SameRect">
              <a:avLst>
                <a:gd name="adj1" fmla="val 17807"/>
                <a:gd name="adj2" fmla="val 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46800" rIns="180000" bIns="46800" rtlCol="0" anchor="ctr" anchorCtr="0"/>
            <a:lstStyle/>
            <a:p>
              <a:pPr algn="l"/>
              <a:endParaRPr/>
            </a:p>
          </p:txBody>
        </p:sp>
        <p:sp>
          <p:nvSpPr>
            <p:cNvPr id="89" name="同侧圆角矩形 88" descr="deea6433-8aaa-4be6-847a-713f83249603">
              <a:extLst>
                <a:ext uri="{FF2B5EF4-FFF2-40B4-BE49-F238E27FC236}">
                  <a16:creationId xmlns:a16="http://schemas.microsoft.com/office/drawing/2014/main" id="{0689B00D-AD49-4146-8083-1176302363A8}"/>
                </a:ext>
              </a:extLst>
            </p:cNvPr>
            <p:cNvSpPr/>
            <p:nvPr/>
          </p:nvSpPr>
          <p:spPr>
            <a:xfrm rot="16200000" flipH="1">
              <a:off x="8412717" y="-1765527"/>
              <a:ext cx="544708" cy="7013861"/>
            </a:xfrm>
            <a:prstGeom prst="round2SameRect">
              <a:avLst>
                <a:gd name="adj1" fmla="val 17807"/>
                <a:gd name="adj2" fmla="val 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46800" rIns="180000" bIns="46800" rtlCol="0" anchor="ctr" anchorCtr="0"/>
            <a:lstStyle/>
            <a:p>
              <a:pPr algn="l"/>
              <a:endParaRPr/>
            </a:p>
          </p:txBody>
        </p:sp>
        <p:sp>
          <p:nvSpPr>
            <p:cNvPr id="3" name="Title" descr="a4313264-166c-4b98-8e69-5fe3bee4ba3a">
              <a:extLst>
                <a:ext uri="{FF2B5EF4-FFF2-40B4-BE49-F238E27FC236}">
                  <a16:creationId xmlns:a16="http://schemas.microsoft.com/office/drawing/2014/main" id="{823457A1-E9EF-C20A-4BD8-60CF190410AC}"/>
                </a:ext>
              </a:extLst>
            </p:cNvPr>
            <p:cNvSpPr txBox="1"/>
            <p:nvPr/>
          </p:nvSpPr>
          <p:spPr>
            <a:xfrm>
              <a:off x="1328980" y="1532477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 dirty="0">
                  <a:solidFill>
                    <a:srgbClr val="000000"/>
                  </a:solidFill>
                  <a:ea typeface="微软雅黑"/>
                </a:rPr>
                <a:t>熟悉Office工作环境</a:t>
              </a:r>
            </a:p>
          </p:txBody>
        </p:sp>
        <p:grpSp>
          <p:nvGrpSpPr>
            <p:cNvPr id="9" name="组合 8" descr="d02d4034-c33d-4be4-84eb-102a3cb79725">
              <a:extLst>
                <a:ext uri="{FF2B5EF4-FFF2-40B4-BE49-F238E27FC236}">
                  <a16:creationId xmlns:a16="http://schemas.microsoft.com/office/drawing/2014/main" id="{1C4561DA-DA21-1F1C-09C3-3E9BB92D3C37}"/>
                </a:ext>
              </a:extLst>
            </p:cNvPr>
            <p:cNvGrpSpPr/>
            <p:nvPr/>
          </p:nvGrpSpPr>
          <p:grpSpPr>
            <a:xfrm>
              <a:off x="691679" y="2865992"/>
              <a:ext cx="1937538" cy="3268108"/>
              <a:chOff x="691679" y="2865992"/>
              <a:chExt cx="1937538" cy="3268108"/>
            </a:xfrm>
          </p:grpSpPr>
          <p:sp>
            <p:nvSpPr>
              <p:cNvPr id="67" name="Bullet1" descr="a7702f02-135c-475c-a1b4-5f448eceb577">
                <a:extLst>
                  <a:ext uri="{FF2B5EF4-FFF2-40B4-BE49-F238E27FC236}">
                    <a16:creationId xmlns:a16="http://schemas.microsoft.com/office/drawing/2014/main" id="{5488182C-5848-4F51-8933-79E3C590352E}"/>
                  </a:ext>
                </a:extLst>
              </p:cNvPr>
              <p:cNvSpPr/>
              <p:nvPr/>
            </p:nvSpPr>
            <p:spPr>
              <a:xfrm>
                <a:off x="691679" y="3643503"/>
                <a:ext cx="1937538" cy="826897"/>
              </a:xfrm>
              <a:prstGeom prst="roundRect">
                <a:avLst>
                  <a:gd name="adj" fmla="val 14331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46800" rIns="180000" bIns="46800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常用界面元素</a:t>
                </a:r>
              </a:p>
            </p:txBody>
          </p:sp>
          <p:sp>
            <p:nvSpPr>
              <p:cNvPr id="64" name="Number1" descr="789f2746-89ed-4834-90f5-fc2aa3d2b17a">
                <a:extLst>
                  <a:ext uri="{FF2B5EF4-FFF2-40B4-BE49-F238E27FC236}">
                    <a16:creationId xmlns:a16="http://schemas.microsoft.com/office/drawing/2014/main" id="{9A296993-4EB8-4058-886A-2A20184081B8}"/>
                  </a:ext>
                </a:extLst>
              </p:cNvPr>
              <p:cNvSpPr txBox="1"/>
              <p:nvPr/>
            </p:nvSpPr>
            <p:spPr>
              <a:xfrm>
                <a:off x="908571" y="2865992"/>
                <a:ext cx="840818" cy="630123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prstTxWarp prst="textPlain">
                  <a:avLst/>
                </a:prstTxWarp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4D5991"/>
                    </a:solidFill>
                    <a:latin typeface="Arial"/>
                  </a:rPr>
                  <a:t>0</a:t>
                </a:r>
                <a:r>
                  <a:rPr lang="en-US" sz="100" b="1" i="0" u="none">
                    <a:solidFill>
                      <a:srgbClr val="4D5991"/>
                    </a:solidFill>
                    <a:latin typeface="Arial"/>
                  </a:rPr>
                  <a:t> </a:t>
                </a:r>
                <a:r>
                  <a:rPr lang="en-US" sz="3200" b="1" i="0" u="none">
                    <a:solidFill>
                      <a:srgbClr val="4D5991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5" name="Text1" descr="7b8435e2-8146-480a-a608-375b4c1c500c">
                <a:extLst>
                  <a:ext uri="{FF2B5EF4-FFF2-40B4-BE49-F238E27FC236}">
                    <a16:creationId xmlns:a16="http://schemas.microsoft.com/office/drawing/2014/main" id="{5F45F238-4CC1-40B4-3E34-774C0EA53955}"/>
                  </a:ext>
                </a:extLst>
              </p:cNvPr>
              <p:cNvSpPr/>
              <p:nvPr/>
            </p:nvSpPr>
            <p:spPr bwMode="auto">
              <a:xfrm>
                <a:off x="691679" y="4470400"/>
                <a:ext cx="1937537" cy="166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/>
                  </a:rPr>
                  <a:t>Office软件的界面包含标题栏、菜单栏、工具栏等元素。标题栏显示软件名称和文档名，菜单栏提供各种功能命令。 </a:t>
                </a:r>
              </a:p>
            </p:txBody>
          </p:sp>
        </p:grpSp>
        <p:grpSp>
          <p:nvGrpSpPr>
            <p:cNvPr id="10" name="组合 9" descr="00e64c3a-d09d-4ac2-8934-782ec3f45de0">
              <a:extLst>
                <a:ext uri="{FF2B5EF4-FFF2-40B4-BE49-F238E27FC236}">
                  <a16:creationId xmlns:a16="http://schemas.microsoft.com/office/drawing/2014/main" id="{FCF5AE8D-1F48-A45E-5DB5-E6B8FBCA90DC}"/>
                </a:ext>
              </a:extLst>
            </p:cNvPr>
            <p:cNvGrpSpPr/>
            <p:nvPr/>
          </p:nvGrpSpPr>
          <p:grpSpPr>
            <a:xfrm>
              <a:off x="3657165" y="2865992"/>
              <a:ext cx="1937538" cy="3268108"/>
              <a:chOff x="3657165" y="2865992"/>
              <a:chExt cx="1937538" cy="3268108"/>
            </a:xfrm>
          </p:grpSpPr>
          <p:sp>
            <p:nvSpPr>
              <p:cNvPr id="79" name="Bullet2" descr="3348afc4-a893-4e9f-8ac1-c93b8a5cbb9d">
                <a:extLst>
                  <a:ext uri="{FF2B5EF4-FFF2-40B4-BE49-F238E27FC236}">
                    <a16:creationId xmlns:a16="http://schemas.microsoft.com/office/drawing/2014/main" id="{9455FD76-8CE7-416F-9C6E-A45BDD022FBA}"/>
                  </a:ext>
                </a:extLst>
              </p:cNvPr>
              <p:cNvSpPr/>
              <p:nvPr/>
            </p:nvSpPr>
            <p:spPr>
              <a:xfrm>
                <a:off x="3657165" y="3643503"/>
                <a:ext cx="1937538" cy="826897"/>
              </a:xfrm>
              <a:prstGeom prst="roundRect">
                <a:avLst>
                  <a:gd name="adj" fmla="val 14331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46800" rIns="180000" bIns="46800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功能区介绍</a:t>
                </a:r>
              </a:p>
            </p:txBody>
          </p:sp>
          <p:sp>
            <p:nvSpPr>
              <p:cNvPr id="80" name="Number2" descr="e50454ae-86ed-44c2-8419-0731e7e1cb69">
                <a:extLst>
                  <a:ext uri="{FF2B5EF4-FFF2-40B4-BE49-F238E27FC236}">
                    <a16:creationId xmlns:a16="http://schemas.microsoft.com/office/drawing/2014/main" id="{1798D0CC-1FCA-4A73-AE12-DB05A52FC30E}"/>
                  </a:ext>
                </a:extLst>
              </p:cNvPr>
              <p:cNvSpPr txBox="1"/>
              <p:nvPr/>
            </p:nvSpPr>
            <p:spPr>
              <a:xfrm>
                <a:off x="3874058" y="2865992"/>
                <a:ext cx="840818" cy="630123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prstTxWarp prst="textPlain">
                  <a:avLst/>
                </a:prstTxWarp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6" name="Text2" descr="34d69614-6456-4066-9df5-dbf555869434">
                <a:extLst>
                  <a:ext uri="{FF2B5EF4-FFF2-40B4-BE49-F238E27FC236}">
                    <a16:creationId xmlns:a16="http://schemas.microsoft.com/office/drawing/2014/main" id="{963603CD-B6B2-5B95-B038-AC09001E862C}"/>
                  </a:ext>
                </a:extLst>
              </p:cNvPr>
              <p:cNvSpPr/>
              <p:nvPr/>
            </p:nvSpPr>
            <p:spPr bwMode="auto">
              <a:xfrm>
                <a:off x="3657165" y="4470400"/>
                <a:ext cx="1937537" cy="166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功能区是Office的核心部分，根据不同的功能进行分类，如“开始”“插入”“页面布局”等，方便快速找到所需功能。 </a:t>
                </a:r>
              </a:p>
            </p:txBody>
          </p:sp>
        </p:grpSp>
        <p:grpSp>
          <p:nvGrpSpPr>
            <p:cNvPr id="11" name="组合 10" descr="22b36ab9-cf05-45ee-af63-ad700a048097">
              <a:extLst>
                <a:ext uri="{FF2B5EF4-FFF2-40B4-BE49-F238E27FC236}">
                  <a16:creationId xmlns:a16="http://schemas.microsoft.com/office/drawing/2014/main" id="{ACE59E70-5954-D267-E17C-A6EBE22C9542}"/>
                </a:ext>
              </a:extLst>
            </p:cNvPr>
            <p:cNvGrpSpPr/>
            <p:nvPr/>
          </p:nvGrpSpPr>
          <p:grpSpPr>
            <a:xfrm>
              <a:off x="6622653" y="2865992"/>
              <a:ext cx="1937538" cy="3268108"/>
              <a:chOff x="6622653" y="2865992"/>
              <a:chExt cx="1937538" cy="3268108"/>
            </a:xfrm>
          </p:grpSpPr>
          <p:sp>
            <p:nvSpPr>
              <p:cNvPr id="82" name="Bullet3" descr="4ba2c0a0-1596-4452-9d9d-c8e07396c87a">
                <a:extLst>
                  <a:ext uri="{FF2B5EF4-FFF2-40B4-BE49-F238E27FC236}">
                    <a16:creationId xmlns:a16="http://schemas.microsoft.com/office/drawing/2014/main" id="{F84CE029-3F72-4E78-B85D-E5B1DD7FB24E}"/>
                  </a:ext>
                </a:extLst>
              </p:cNvPr>
              <p:cNvSpPr/>
              <p:nvPr/>
            </p:nvSpPr>
            <p:spPr>
              <a:xfrm>
                <a:off x="6622653" y="3643503"/>
                <a:ext cx="1937538" cy="826897"/>
              </a:xfrm>
              <a:prstGeom prst="roundRect">
                <a:avLst>
                  <a:gd name="adj" fmla="val 14331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46800" rIns="180000" bIns="46800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状态栏的作用</a:t>
                </a:r>
              </a:p>
            </p:txBody>
          </p:sp>
          <p:sp>
            <p:nvSpPr>
              <p:cNvPr id="83" name="Number3" descr="8516acd2-b779-4668-ab6c-192ff594dbf2">
                <a:extLst>
                  <a:ext uri="{FF2B5EF4-FFF2-40B4-BE49-F238E27FC236}">
                    <a16:creationId xmlns:a16="http://schemas.microsoft.com/office/drawing/2014/main" id="{DD5BE536-1B3D-4CDD-AFEF-BD366C861F0E}"/>
                  </a:ext>
                </a:extLst>
              </p:cNvPr>
              <p:cNvSpPr txBox="1"/>
              <p:nvPr/>
            </p:nvSpPr>
            <p:spPr>
              <a:xfrm>
                <a:off x="6839545" y="2865992"/>
                <a:ext cx="840818" cy="630123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prstTxWarp prst="textPlain">
                  <a:avLst/>
                </a:prstTxWarp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4D5991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7" name="Text3" descr="ae359667-b84c-4da7-a9d5-12b52f8ccea6">
                <a:extLst>
                  <a:ext uri="{FF2B5EF4-FFF2-40B4-BE49-F238E27FC236}">
                    <a16:creationId xmlns:a16="http://schemas.microsoft.com/office/drawing/2014/main" id="{A09387DE-920E-BE47-C334-4A92F7ED8197}"/>
                  </a:ext>
                </a:extLst>
              </p:cNvPr>
              <p:cNvSpPr/>
              <p:nvPr/>
            </p:nvSpPr>
            <p:spPr bwMode="auto">
              <a:xfrm>
                <a:off x="6622653" y="4470400"/>
                <a:ext cx="1937537" cy="166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状态栏位于界面底部，可以显示当前文档的状态信息，如页数、字数、编辑模式等，帮助我们了解文档情况。 </a:t>
                </a:r>
              </a:p>
            </p:txBody>
          </p:sp>
        </p:grpSp>
        <p:grpSp>
          <p:nvGrpSpPr>
            <p:cNvPr id="12" name="组合 11" descr="76310ed1-a9d5-42b0-be40-c213f25d5b1d">
              <a:extLst>
                <a:ext uri="{FF2B5EF4-FFF2-40B4-BE49-F238E27FC236}">
                  <a16:creationId xmlns:a16="http://schemas.microsoft.com/office/drawing/2014/main" id="{9DB46AA7-F25B-FCB2-7FA3-36FEBA755A1F}"/>
                </a:ext>
              </a:extLst>
            </p:cNvPr>
            <p:cNvGrpSpPr/>
            <p:nvPr/>
          </p:nvGrpSpPr>
          <p:grpSpPr>
            <a:xfrm>
              <a:off x="9588532" y="2865992"/>
              <a:ext cx="1937538" cy="3268108"/>
              <a:chOff x="9588532" y="2865992"/>
              <a:chExt cx="1937538" cy="3268108"/>
            </a:xfrm>
          </p:grpSpPr>
          <p:sp>
            <p:nvSpPr>
              <p:cNvPr id="85" name="Bullet4" descr="93b10666-f436-4647-af3e-363e57fcc0a6">
                <a:extLst>
                  <a:ext uri="{FF2B5EF4-FFF2-40B4-BE49-F238E27FC236}">
                    <a16:creationId xmlns:a16="http://schemas.microsoft.com/office/drawing/2014/main" id="{D73DBE2F-3E02-4B70-B4F6-38627EBBAB56}"/>
                  </a:ext>
                </a:extLst>
              </p:cNvPr>
              <p:cNvSpPr/>
              <p:nvPr/>
            </p:nvSpPr>
            <p:spPr>
              <a:xfrm>
                <a:off x="9588532" y="3643503"/>
                <a:ext cx="1937538" cy="826897"/>
              </a:xfrm>
              <a:prstGeom prst="roundRect">
                <a:avLst>
                  <a:gd name="adj" fmla="val 14331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46800" rIns="180000" bIns="46800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视图模式的切换</a:t>
                </a:r>
              </a:p>
            </p:txBody>
          </p:sp>
          <p:sp>
            <p:nvSpPr>
              <p:cNvPr id="86" name="Number4" descr="28e71727-be95-46b6-96e8-10fbc0692bbd">
                <a:extLst>
                  <a:ext uri="{FF2B5EF4-FFF2-40B4-BE49-F238E27FC236}">
                    <a16:creationId xmlns:a16="http://schemas.microsoft.com/office/drawing/2014/main" id="{EC5394E6-FFFC-4CA0-9835-3C6D114BCD8A}"/>
                  </a:ext>
                </a:extLst>
              </p:cNvPr>
              <p:cNvSpPr txBox="1"/>
              <p:nvPr/>
            </p:nvSpPr>
            <p:spPr>
              <a:xfrm>
                <a:off x="9805033" y="2865992"/>
                <a:ext cx="840818" cy="630123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prstTxWarp prst="textPlain">
                  <a:avLst/>
                </a:prstTxWarp>
                <a:spAutoFit/>
              </a:bodyPr>
              <a:lstStyle/>
              <a:p>
                <a:pPr algn="l"/>
                <a:r>
                  <a:rPr lang="en-US" sz="3200" b="1" i="0" u="none">
                    <a:solidFill>
                      <a:srgbClr val="000000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8" name="Text4" descr="cdd56b64-a8c4-43c0-aa45-77269ef31fa6">
                <a:extLst>
                  <a:ext uri="{FF2B5EF4-FFF2-40B4-BE49-F238E27FC236}">
                    <a16:creationId xmlns:a16="http://schemas.microsoft.com/office/drawing/2014/main" id="{680A9300-229C-40B7-6DD3-8251D48156E4}"/>
                  </a:ext>
                </a:extLst>
              </p:cNvPr>
              <p:cNvSpPr/>
              <p:nvPr/>
            </p:nvSpPr>
            <p:spPr bwMode="auto">
              <a:xfrm>
                <a:off x="9588533" y="4470400"/>
                <a:ext cx="1937537" cy="166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/>
                  </a:rPr>
                  <a:t>Office提供了多种视图模式，如普通视图、页面视图、大纲视图等。不同的视图模式适用于不同的编辑需求，可灵活切换。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>
          <a:xfrm>
            <a:off x="0" y="667914"/>
            <a:ext cx="10858500" cy="900112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>
                <a:solidFill>
                  <a:srgbClr val="000000"/>
                </a:solidFill>
                <a:ea typeface="微软雅黑"/>
              </a:rPr>
              <a:t>界面认识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/>
              </a:rPr>
              <a:t>Word文档编辑</a:t>
            </a: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玩转Word，轻松搞定文档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28af01f5-6e97-49ab-96bf-b45f0b20dc3e.source.4.zh-Hans.pptx" descr="74e7be62-3815-42bf-a5e0-21de69c2517b">
            <a:extLst>
              <a:ext uri="{FF2B5EF4-FFF2-40B4-BE49-F238E27FC236}">
                <a16:creationId xmlns:a16="http://schemas.microsoft.com/office/drawing/2014/main" id="{A1363AA3-5605-6A72-3100-1F78A006FC23}"/>
              </a:ext>
            </a:extLst>
          </p:cNvPr>
          <p:cNvGrpSpPr/>
          <p:nvPr/>
        </p:nvGrpSpPr>
        <p:grpSpPr>
          <a:xfrm>
            <a:off x="406063" y="1112132"/>
            <a:ext cx="10858500" cy="4801878"/>
            <a:chOff x="660400" y="1130300"/>
            <a:chExt cx="10858500" cy="4801878"/>
          </a:xfrm>
        </p:grpSpPr>
        <p:sp>
          <p:nvSpPr>
            <p:cNvPr id="3" name="Title" descr="5e19bc70-4885-46bc-a00e-255b55fcd2e3">
              <a:extLst>
                <a:ext uri="{FF2B5EF4-FFF2-40B4-BE49-F238E27FC236}">
                  <a16:creationId xmlns:a16="http://schemas.microsoft.com/office/drawing/2014/main" id="{074D2CD7-62B9-2241-2446-A1B57DDF79C6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掌握文档的基础管理</a:t>
              </a:r>
            </a:p>
          </p:txBody>
        </p:sp>
        <p:sp>
          <p:nvSpPr>
            <p:cNvPr id="10" name="环形箭头 9" descr="052fee61-d9e5-4558-8484-c19b1da42a02">
              <a:extLst>
                <a:ext uri="{FF2B5EF4-FFF2-40B4-BE49-F238E27FC236}">
                  <a16:creationId xmlns:a16="http://schemas.microsoft.com/office/drawing/2014/main" id="{BE0936E0-348B-4BD7-902A-FE967DDCDAFF}"/>
                </a:ext>
              </a:extLst>
            </p:cNvPr>
            <p:cNvSpPr/>
            <p:nvPr/>
          </p:nvSpPr>
          <p:spPr>
            <a:xfrm>
              <a:off x="5447210" y="1873222"/>
              <a:ext cx="1530478" cy="1530632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72000" rIns="180000" bIns="72000" numCol="1" spcCol="1270" anchor="ctr" anchorCtr="0">
              <a:noAutofit/>
            </a:bodyPr>
            <a:lstStyle/>
            <a:p>
              <a:pPr algn="l"/>
              <a:endParaRPr/>
            </a:p>
          </p:txBody>
        </p:sp>
        <p:sp>
          <p:nvSpPr>
            <p:cNvPr id="12" name="形状 11" descr="185a1852-b14e-4a9c-8ac2-d92898bf2016">
              <a:extLst>
                <a:ext uri="{FF2B5EF4-FFF2-40B4-BE49-F238E27FC236}">
                  <a16:creationId xmlns:a16="http://schemas.microsoft.com/office/drawing/2014/main" id="{D5B9AE6A-73A8-40D2-8624-1F3ACB818420}"/>
                </a:ext>
              </a:extLst>
            </p:cNvPr>
            <p:cNvSpPr/>
            <p:nvPr/>
          </p:nvSpPr>
          <p:spPr>
            <a:xfrm>
              <a:off x="5022030" y="2752797"/>
              <a:ext cx="1530478" cy="1530632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72000" rIns="180000" bIns="72000" numCol="1" spcCol="1270" anchor="ctr" anchorCtr="0">
              <a:noAutofit/>
            </a:bodyPr>
            <a:lstStyle/>
            <a:p>
              <a:pPr algn="l"/>
              <a:endParaRPr/>
            </a:p>
          </p:txBody>
        </p:sp>
        <p:sp>
          <p:nvSpPr>
            <p:cNvPr id="14" name="环形箭头 13" descr="fc6e3b28-cd9b-474a-aaf9-dadc7cd57dd3">
              <a:extLst>
                <a:ext uri="{FF2B5EF4-FFF2-40B4-BE49-F238E27FC236}">
                  <a16:creationId xmlns:a16="http://schemas.microsoft.com/office/drawing/2014/main" id="{C8D4E92C-33DB-4F8D-872A-7B0DF2CD10D0}"/>
                </a:ext>
              </a:extLst>
            </p:cNvPr>
            <p:cNvSpPr/>
            <p:nvPr/>
          </p:nvSpPr>
          <p:spPr>
            <a:xfrm>
              <a:off x="5447210" y="3635620"/>
              <a:ext cx="1530478" cy="1530632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3500000"/>
                <a:gd name="adj5" fmla="val 125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72000" rIns="180000" bIns="72000" numCol="1" spcCol="1270" anchor="ctr" anchorCtr="0">
              <a:noAutofit/>
            </a:bodyPr>
            <a:lstStyle/>
            <a:p>
              <a:pPr algn="l"/>
              <a:endParaRPr/>
            </a:p>
          </p:txBody>
        </p:sp>
        <p:sp>
          <p:nvSpPr>
            <p:cNvPr id="16" name="空心弧 15" descr="f33927ce-abab-429c-959b-dd5193cd4871">
              <a:extLst>
                <a:ext uri="{FF2B5EF4-FFF2-40B4-BE49-F238E27FC236}">
                  <a16:creationId xmlns:a16="http://schemas.microsoft.com/office/drawing/2014/main" id="{8B86DC4B-9B9E-4F9B-A6D8-3F8D8719F707}"/>
                </a:ext>
              </a:extLst>
            </p:cNvPr>
            <p:cNvSpPr/>
            <p:nvPr/>
          </p:nvSpPr>
          <p:spPr>
            <a:xfrm>
              <a:off x="5131124" y="4616671"/>
              <a:ext cx="1314873" cy="1315507"/>
            </a:xfrm>
            <a:prstGeom prst="blockArc">
              <a:avLst>
                <a:gd name="adj1" fmla="val 0"/>
                <a:gd name="adj2" fmla="val 18900000"/>
                <a:gd name="adj3" fmla="val 127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0000" tIns="72000" rIns="180000" bIns="72000" numCol="1" spcCol="1270" anchor="ctr" anchorCtr="0">
              <a:noAutofit/>
            </a:bodyPr>
            <a:lstStyle/>
            <a:p>
              <a:pPr algn="l"/>
              <a:endParaRPr/>
            </a:p>
          </p:txBody>
        </p:sp>
        <p:grpSp>
          <p:nvGrpSpPr>
            <p:cNvPr id="24" name="组合 23" descr="fd4ebe5f-30a0-4881-832e-ae5bf8d5d710">
              <a:extLst>
                <a:ext uri="{FF2B5EF4-FFF2-40B4-BE49-F238E27FC236}">
                  <a16:creationId xmlns:a16="http://schemas.microsoft.com/office/drawing/2014/main" id="{2173804A-55AB-104C-3C11-53BD26167134}"/>
                </a:ext>
              </a:extLst>
            </p:cNvPr>
            <p:cNvGrpSpPr/>
            <p:nvPr/>
          </p:nvGrpSpPr>
          <p:grpSpPr>
            <a:xfrm>
              <a:off x="5785115" y="1854170"/>
              <a:ext cx="4825982" cy="1167120"/>
              <a:chOff x="5785115" y="1854170"/>
              <a:chExt cx="4825982" cy="1167120"/>
            </a:xfrm>
          </p:grpSpPr>
          <p:sp>
            <p:nvSpPr>
              <p:cNvPr id="11" name="Number1" descr="84c566e2-f24a-436d-a03f-119b68d40199">
                <a:extLst>
                  <a:ext uri="{FF2B5EF4-FFF2-40B4-BE49-F238E27FC236}">
                    <a16:creationId xmlns:a16="http://schemas.microsoft.com/office/drawing/2014/main" id="{9B2DBED6-FC14-465E-9BCC-8BB973D5F110}"/>
                  </a:ext>
                </a:extLst>
              </p:cNvPr>
              <p:cNvSpPr/>
              <p:nvPr/>
            </p:nvSpPr>
            <p:spPr>
              <a:xfrm>
                <a:off x="5785115" y="2427269"/>
                <a:ext cx="854093" cy="427002"/>
              </a:xfrm>
              <a:custGeom>
                <a:avLst/>
                <a:gdLst>
                  <a:gd name="connsiteX0" fmla="*/ 0 w 1053799"/>
                  <a:gd name="connsiteY0" fmla="*/ 0 h 526845"/>
                  <a:gd name="connsiteX1" fmla="*/ 1053799 w 1053799"/>
                  <a:gd name="connsiteY1" fmla="*/ 0 h 526845"/>
                  <a:gd name="connsiteX2" fmla="*/ 1053799 w 1053799"/>
                  <a:gd name="connsiteY2" fmla="*/ 526845 h 526845"/>
                  <a:gd name="connsiteX3" fmla="*/ 0 w 1053799"/>
                  <a:gd name="connsiteY3" fmla="*/ 526845 h 526845"/>
                  <a:gd name="connsiteX4" fmla="*/ 0 w 1053799"/>
                  <a:gd name="connsiteY4" fmla="*/ 0 h 526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799" h="526845">
                    <a:moveTo>
                      <a:pt x="0" y="0"/>
                    </a:moveTo>
                    <a:lnTo>
                      <a:pt x="1053799" y="0"/>
                    </a:lnTo>
                    <a:lnTo>
                      <a:pt x="1053799" y="526845"/>
                    </a:lnTo>
                    <a:lnTo>
                      <a:pt x="0" y="526845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b="0" i="0" u="none">
                    <a:solidFill>
                      <a:srgbClr val="4D5991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36" name="Text1" descr="a718367c-3c1e-425d-8826-2c80516e8991">
                <a:extLst>
                  <a:ext uri="{FF2B5EF4-FFF2-40B4-BE49-F238E27FC236}">
                    <a16:creationId xmlns:a16="http://schemas.microsoft.com/office/drawing/2014/main" id="{7C408558-6A31-473D-8C3E-87EEC8901B8D}"/>
                  </a:ext>
                </a:extLst>
              </p:cNvPr>
              <p:cNvSpPr/>
              <p:nvPr/>
            </p:nvSpPr>
            <p:spPr>
              <a:xfrm>
                <a:off x="7149744" y="2255786"/>
                <a:ext cx="3461353" cy="765504"/>
              </a:xfrm>
              <a:prstGeom prst="roundRect">
                <a:avLst>
                  <a:gd name="adj" fmla="val 1089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/>
                  </a:rPr>
                  <a:t>打开Word后，点击“文件”菜单，选择“新建”，可以选择空白文档或根据模板创建新文档，方便快捷。 </a:t>
                </a:r>
              </a:p>
            </p:txBody>
          </p:sp>
          <p:sp>
            <p:nvSpPr>
              <p:cNvPr id="5" name="Bullet1" descr="a4451612-2b06-40ad-a05d-533ff8f41ec8">
                <a:extLst>
                  <a:ext uri="{FF2B5EF4-FFF2-40B4-BE49-F238E27FC236}">
                    <a16:creationId xmlns:a16="http://schemas.microsoft.com/office/drawing/2014/main" id="{DFD782C3-2F94-43F7-35E1-CD959F7B87CD}"/>
                  </a:ext>
                </a:extLst>
              </p:cNvPr>
              <p:cNvSpPr txBox="1"/>
              <p:nvPr/>
            </p:nvSpPr>
            <p:spPr bwMode="auto">
              <a:xfrm>
                <a:off x="7149743" y="1854170"/>
                <a:ext cx="3461353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新建文档</a:t>
                </a:r>
              </a:p>
            </p:txBody>
          </p:sp>
        </p:grpSp>
        <p:grpSp>
          <p:nvGrpSpPr>
            <p:cNvPr id="25" name="组合 24" descr="78bded97-3fb2-4f44-86d8-44730e6424ca">
              <a:extLst>
                <a:ext uri="{FF2B5EF4-FFF2-40B4-BE49-F238E27FC236}">
                  <a16:creationId xmlns:a16="http://schemas.microsoft.com/office/drawing/2014/main" id="{3CEF7997-3C03-940F-4C59-9FE3A9CDD7DF}"/>
                </a:ext>
              </a:extLst>
            </p:cNvPr>
            <p:cNvGrpSpPr/>
            <p:nvPr/>
          </p:nvGrpSpPr>
          <p:grpSpPr>
            <a:xfrm>
              <a:off x="1556657" y="2733522"/>
              <a:ext cx="4655648" cy="1166396"/>
              <a:chOff x="1556657" y="2733522"/>
              <a:chExt cx="4655648" cy="1166396"/>
            </a:xfrm>
          </p:grpSpPr>
          <p:sp>
            <p:nvSpPr>
              <p:cNvPr id="13" name="Number2" descr="4a2f209c-e35d-4060-998e-e05cc0bc3e38">
                <a:extLst>
                  <a:ext uri="{FF2B5EF4-FFF2-40B4-BE49-F238E27FC236}">
                    <a16:creationId xmlns:a16="http://schemas.microsoft.com/office/drawing/2014/main" id="{B0A9D3A6-1DA4-4C4E-8C35-79FC87D9522E}"/>
                  </a:ext>
                </a:extLst>
              </p:cNvPr>
              <p:cNvSpPr/>
              <p:nvPr/>
            </p:nvSpPr>
            <p:spPr>
              <a:xfrm>
                <a:off x="5358212" y="3308468"/>
                <a:ext cx="854093" cy="427002"/>
              </a:xfrm>
              <a:custGeom>
                <a:avLst/>
                <a:gdLst>
                  <a:gd name="connsiteX0" fmla="*/ 0 w 1053799"/>
                  <a:gd name="connsiteY0" fmla="*/ 0 h 526845"/>
                  <a:gd name="connsiteX1" fmla="*/ 1053799 w 1053799"/>
                  <a:gd name="connsiteY1" fmla="*/ 0 h 526845"/>
                  <a:gd name="connsiteX2" fmla="*/ 1053799 w 1053799"/>
                  <a:gd name="connsiteY2" fmla="*/ 526845 h 526845"/>
                  <a:gd name="connsiteX3" fmla="*/ 0 w 1053799"/>
                  <a:gd name="connsiteY3" fmla="*/ 526845 h 526845"/>
                  <a:gd name="connsiteX4" fmla="*/ 0 w 1053799"/>
                  <a:gd name="connsiteY4" fmla="*/ 0 h 526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799" h="526845">
                    <a:moveTo>
                      <a:pt x="0" y="0"/>
                    </a:moveTo>
                    <a:lnTo>
                      <a:pt x="1053799" y="0"/>
                    </a:lnTo>
                    <a:lnTo>
                      <a:pt x="1053799" y="526845"/>
                    </a:lnTo>
                    <a:lnTo>
                      <a:pt x="0" y="526845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b="0" i="0" u="none">
                    <a:solidFill>
                      <a:srgbClr val="000000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43" name="Text2" descr="b826cc2f-d9ce-4dec-afcd-bfa752a955a3">
                <a:extLst>
                  <a:ext uri="{FF2B5EF4-FFF2-40B4-BE49-F238E27FC236}">
                    <a16:creationId xmlns:a16="http://schemas.microsoft.com/office/drawing/2014/main" id="{C5C71D43-52B0-490C-AB8C-7AF67CD8666A}"/>
                  </a:ext>
                </a:extLst>
              </p:cNvPr>
              <p:cNvSpPr/>
              <p:nvPr/>
            </p:nvSpPr>
            <p:spPr>
              <a:xfrm>
                <a:off x="1556657" y="3134414"/>
                <a:ext cx="3461353" cy="765504"/>
              </a:xfrm>
              <a:prstGeom prst="roundRect">
                <a:avLst>
                  <a:gd name="adj" fmla="val 10898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通过“文件”菜单的“打开”选项，找到要打开的文档路径，双击即可打开已有文档进行编辑。 </a:t>
                </a:r>
              </a:p>
            </p:txBody>
          </p:sp>
          <p:sp>
            <p:nvSpPr>
              <p:cNvPr id="6" name="Bullet2" descr="ba9f1d57-bfe1-40f9-af3b-23d8ecaca118">
                <a:extLst>
                  <a:ext uri="{FF2B5EF4-FFF2-40B4-BE49-F238E27FC236}">
                    <a16:creationId xmlns:a16="http://schemas.microsoft.com/office/drawing/2014/main" id="{B954B829-2575-B329-E24C-E79F3F5DF479}"/>
                  </a:ext>
                </a:extLst>
              </p:cNvPr>
              <p:cNvSpPr txBox="1"/>
              <p:nvPr/>
            </p:nvSpPr>
            <p:spPr bwMode="auto">
              <a:xfrm>
                <a:off x="1556657" y="2733522"/>
                <a:ext cx="3461353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打开文档</a:t>
                </a:r>
              </a:p>
            </p:txBody>
          </p:sp>
        </p:grpSp>
        <p:grpSp>
          <p:nvGrpSpPr>
            <p:cNvPr id="26" name="组合 25" descr="8e472d33-3e95-4ed4-abce-a56ecea0d21f">
              <a:extLst>
                <a:ext uri="{FF2B5EF4-FFF2-40B4-BE49-F238E27FC236}">
                  <a16:creationId xmlns:a16="http://schemas.microsoft.com/office/drawing/2014/main" id="{14859DB0-D4C1-F006-A3D7-83F098AC7B71}"/>
                </a:ext>
              </a:extLst>
            </p:cNvPr>
            <p:cNvGrpSpPr/>
            <p:nvPr/>
          </p:nvGrpSpPr>
          <p:grpSpPr>
            <a:xfrm>
              <a:off x="5785115" y="3611427"/>
              <a:ext cx="4837528" cy="1167120"/>
              <a:chOff x="5785115" y="3611427"/>
              <a:chExt cx="4837528" cy="1167120"/>
            </a:xfrm>
          </p:grpSpPr>
          <p:sp>
            <p:nvSpPr>
              <p:cNvPr id="15" name="Number3" descr="888d317b-a980-43cc-ad32-476c3d8012bb">
                <a:extLst>
                  <a:ext uri="{FF2B5EF4-FFF2-40B4-BE49-F238E27FC236}">
                    <a16:creationId xmlns:a16="http://schemas.microsoft.com/office/drawing/2014/main" id="{7313E144-2511-47A6-AB4E-E579218ECFAD}"/>
                  </a:ext>
                </a:extLst>
              </p:cNvPr>
              <p:cNvSpPr/>
              <p:nvPr/>
            </p:nvSpPr>
            <p:spPr>
              <a:xfrm>
                <a:off x="5785115" y="4189669"/>
                <a:ext cx="854093" cy="427002"/>
              </a:xfrm>
              <a:custGeom>
                <a:avLst/>
                <a:gdLst>
                  <a:gd name="connsiteX0" fmla="*/ 0 w 1053799"/>
                  <a:gd name="connsiteY0" fmla="*/ 0 h 526845"/>
                  <a:gd name="connsiteX1" fmla="*/ 1053799 w 1053799"/>
                  <a:gd name="connsiteY1" fmla="*/ 0 h 526845"/>
                  <a:gd name="connsiteX2" fmla="*/ 1053799 w 1053799"/>
                  <a:gd name="connsiteY2" fmla="*/ 526845 h 526845"/>
                  <a:gd name="connsiteX3" fmla="*/ 0 w 1053799"/>
                  <a:gd name="connsiteY3" fmla="*/ 526845 h 526845"/>
                  <a:gd name="connsiteX4" fmla="*/ 0 w 1053799"/>
                  <a:gd name="connsiteY4" fmla="*/ 0 h 526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799" h="526845">
                    <a:moveTo>
                      <a:pt x="0" y="0"/>
                    </a:moveTo>
                    <a:lnTo>
                      <a:pt x="1053799" y="0"/>
                    </a:lnTo>
                    <a:lnTo>
                      <a:pt x="1053799" y="526845"/>
                    </a:lnTo>
                    <a:lnTo>
                      <a:pt x="0" y="526845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5240" tIns="15240" rIns="15240" bIns="1524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b="0" i="0" u="none">
                    <a:solidFill>
                      <a:srgbClr val="000000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41" name="Text3" descr="62d5926d-e7e1-4b77-b944-f3cecb3cfa4b">
                <a:extLst>
                  <a:ext uri="{FF2B5EF4-FFF2-40B4-BE49-F238E27FC236}">
                    <a16:creationId xmlns:a16="http://schemas.microsoft.com/office/drawing/2014/main" id="{994B47CA-37EB-40EA-9C54-4F391AF6FD52}"/>
                  </a:ext>
                </a:extLst>
              </p:cNvPr>
              <p:cNvSpPr/>
              <p:nvPr/>
            </p:nvSpPr>
            <p:spPr>
              <a:xfrm>
                <a:off x="7149744" y="4013043"/>
                <a:ext cx="3461353" cy="765504"/>
              </a:xfrm>
              <a:prstGeom prst="roundRect">
                <a:avLst>
                  <a:gd name="adj" fmla="val 10898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编辑完成后，点击“文件”菜单的“保存”或“另存为”，选择保存路径和文件格式，确保文档安全保存。 </a:t>
                </a:r>
              </a:p>
            </p:txBody>
          </p:sp>
          <p:sp>
            <p:nvSpPr>
              <p:cNvPr id="7" name="Bullet3" descr="4afe79e9-3c03-41f7-a755-90afc38a6e86">
                <a:extLst>
                  <a:ext uri="{FF2B5EF4-FFF2-40B4-BE49-F238E27FC236}">
                    <a16:creationId xmlns:a16="http://schemas.microsoft.com/office/drawing/2014/main" id="{EE37109B-5976-6DEE-E7EF-00256DD421D5}"/>
                  </a:ext>
                </a:extLst>
              </p:cNvPr>
              <p:cNvSpPr txBox="1"/>
              <p:nvPr/>
            </p:nvSpPr>
            <p:spPr bwMode="auto">
              <a:xfrm>
                <a:off x="7161290" y="3611427"/>
                <a:ext cx="3461353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保存文档</a:t>
                </a:r>
              </a:p>
            </p:txBody>
          </p:sp>
        </p:grpSp>
        <p:grpSp>
          <p:nvGrpSpPr>
            <p:cNvPr id="27" name="组合 26" descr="3c7ff92c-8ffa-43e6-8ac1-097ef443940b">
              <a:extLst>
                <a:ext uri="{FF2B5EF4-FFF2-40B4-BE49-F238E27FC236}">
                  <a16:creationId xmlns:a16="http://schemas.microsoft.com/office/drawing/2014/main" id="{68E37EE8-F81E-48DB-5CA8-E938937FBF65}"/>
                </a:ext>
              </a:extLst>
            </p:cNvPr>
            <p:cNvGrpSpPr/>
            <p:nvPr/>
          </p:nvGrpSpPr>
          <p:grpSpPr>
            <a:xfrm>
              <a:off x="1556657" y="4490056"/>
              <a:ext cx="4655648" cy="1167120"/>
              <a:chOff x="1556657" y="4490056"/>
              <a:chExt cx="4655648" cy="1167120"/>
            </a:xfrm>
          </p:grpSpPr>
          <p:sp>
            <p:nvSpPr>
              <p:cNvPr id="17" name="Number4" descr="baebe561-4bc7-4ba1-bfbe-219f3bb9d7d2">
                <a:extLst>
                  <a:ext uri="{FF2B5EF4-FFF2-40B4-BE49-F238E27FC236}">
                    <a16:creationId xmlns:a16="http://schemas.microsoft.com/office/drawing/2014/main" id="{45BE526E-2D57-49C1-952F-1D1640DD66C8}"/>
                  </a:ext>
                </a:extLst>
              </p:cNvPr>
              <p:cNvSpPr/>
              <p:nvPr/>
            </p:nvSpPr>
            <p:spPr>
              <a:xfrm>
                <a:off x="5358212" y="5070868"/>
                <a:ext cx="854093" cy="427002"/>
              </a:xfrm>
              <a:custGeom>
                <a:avLst/>
                <a:gdLst>
                  <a:gd name="connsiteX0" fmla="*/ 0 w 1053799"/>
                  <a:gd name="connsiteY0" fmla="*/ 0 h 526845"/>
                  <a:gd name="connsiteX1" fmla="*/ 1053799 w 1053799"/>
                  <a:gd name="connsiteY1" fmla="*/ 0 h 526845"/>
                  <a:gd name="connsiteX2" fmla="*/ 1053799 w 1053799"/>
                  <a:gd name="connsiteY2" fmla="*/ 526845 h 526845"/>
                  <a:gd name="connsiteX3" fmla="*/ 0 w 1053799"/>
                  <a:gd name="connsiteY3" fmla="*/ 526845 h 526845"/>
                  <a:gd name="connsiteX4" fmla="*/ 0 w 1053799"/>
                  <a:gd name="connsiteY4" fmla="*/ 0 h 526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3799" h="526845">
                    <a:moveTo>
                      <a:pt x="0" y="0"/>
                    </a:moveTo>
                    <a:lnTo>
                      <a:pt x="1053799" y="0"/>
                    </a:lnTo>
                    <a:lnTo>
                      <a:pt x="1053799" y="526845"/>
                    </a:lnTo>
                    <a:lnTo>
                      <a:pt x="0" y="526845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860" tIns="22860" rIns="22860" bIns="2286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400" b="0" i="0" u="none">
                    <a:solidFill>
                      <a:srgbClr val="4D5991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44" name="Text4" descr="c34e8f37-0ee4-4d73-8097-16424e3a994f">
                <a:extLst>
                  <a:ext uri="{FF2B5EF4-FFF2-40B4-BE49-F238E27FC236}">
                    <a16:creationId xmlns:a16="http://schemas.microsoft.com/office/drawing/2014/main" id="{D59FE533-7D70-4324-A089-FD613D4953D3}"/>
                  </a:ext>
                </a:extLst>
              </p:cNvPr>
              <p:cNvSpPr/>
              <p:nvPr/>
            </p:nvSpPr>
            <p:spPr>
              <a:xfrm>
                <a:off x="1556657" y="4891672"/>
                <a:ext cx="3461353" cy="765504"/>
              </a:xfrm>
              <a:prstGeom prst="roundRect">
                <a:avLst>
                  <a:gd name="adj" fmla="val 1089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/>
                  </a:rPr>
                  <a:t>完成编辑后，点击标题栏的关闭按钮或“文件”菜单的“关闭”选项，即可关闭当前文档。 </a:t>
                </a:r>
              </a:p>
            </p:txBody>
          </p:sp>
          <p:sp>
            <p:nvSpPr>
              <p:cNvPr id="8" name="Bullet4" descr="c5b1ffdf-6a3d-4d8a-8d3c-b9ece1828cf9">
                <a:extLst>
                  <a:ext uri="{FF2B5EF4-FFF2-40B4-BE49-F238E27FC236}">
                    <a16:creationId xmlns:a16="http://schemas.microsoft.com/office/drawing/2014/main" id="{9887AF07-11F3-87ED-8FBF-59CF3F2A38B4}"/>
                  </a:ext>
                </a:extLst>
              </p:cNvPr>
              <p:cNvSpPr txBox="1"/>
              <p:nvPr/>
            </p:nvSpPr>
            <p:spPr bwMode="auto">
              <a:xfrm>
                <a:off x="1556657" y="4490056"/>
                <a:ext cx="3461353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关闭文档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文档基本操作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5dabe1c0-eec2-4b39-ac19-a89da06aa498.source.5.zh-Hans.pptx" descr="c7102e53-6956-4469-81b6-6697574242e9">
            <a:extLst>
              <a:ext uri="{FF2B5EF4-FFF2-40B4-BE49-F238E27FC236}">
                <a16:creationId xmlns:a16="http://schemas.microsoft.com/office/drawing/2014/main" id="{13238F05-B9A4-12E9-00FA-E7199B45D6EF}"/>
              </a:ext>
            </a:extLst>
          </p:cNvPr>
          <p:cNvGrpSpPr/>
          <p:nvPr/>
        </p:nvGrpSpPr>
        <p:grpSpPr>
          <a:xfrm>
            <a:off x="660400" y="1237880"/>
            <a:ext cx="10858500" cy="4858344"/>
            <a:chOff x="660400" y="1237880"/>
            <a:chExt cx="10858500" cy="4858344"/>
          </a:xfrm>
        </p:grpSpPr>
        <p:grpSp>
          <p:nvGrpSpPr>
            <p:cNvPr id="108" name="组合 107" descr="1aa9d88c-2c79-44b4-a409-f89add17fb9d">
              <a:extLst>
                <a:ext uri="{FF2B5EF4-FFF2-40B4-BE49-F238E27FC236}">
                  <a16:creationId xmlns:a16="http://schemas.microsoft.com/office/drawing/2014/main" id="{1D0AF124-BDB3-8F91-491D-67FB1527E6D1}"/>
                </a:ext>
              </a:extLst>
            </p:cNvPr>
            <p:cNvGrpSpPr/>
            <p:nvPr/>
          </p:nvGrpSpPr>
          <p:grpSpPr>
            <a:xfrm>
              <a:off x="686235" y="1831565"/>
              <a:ext cx="2926357" cy="2118671"/>
              <a:chOff x="686235" y="1831565"/>
              <a:chExt cx="2926357" cy="2118671"/>
            </a:xfrm>
          </p:grpSpPr>
          <p:sp>
            <p:nvSpPr>
              <p:cNvPr id="102" name="ComponentBackground1" descr="5c0e62aa-4324-43e4-a637-f76a66f11a96">
                <a:extLst>
                  <a:ext uri="{FF2B5EF4-FFF2-40B4-BE49-F238E27FC236}">
                    <a16:creationId xmlns:a16="http://schemas.microsoft.com/office/drawing/2014/main" id="{3CD43D22-3644-0FD5-6C76-455FD37B7E0E}"/>
                  </a:ext>
                </a:extLst>
              </p:cNvPr>
              <p:cNvSpPr/>
              <p:nvPr/>
            </p:nvSpPr>
            <p:spPr>
              <a:xfrm>
                <a:off x="1168835" y="2182289"/>
                <a:ext cx="2443757" cy="1767947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03" name="Number1" descr="d9774ec7-67cd-48b6-9d84-9b0c67a584d2">
                <a:extLst>
                  <a:ext uri="{FF2B5EF4-FFF2-40B4-BE49-F238E27FC236}">
                    <a16:creationId xmlns:a16="http://schemas.microsoft.com/office/drawing/2014/main" id="{FEF0A764-0AC7-1E20-AF7E-CF4C0372FE1D}"/>
                  </a:ext>
                </a:extLst>
              </p:cNvPr>
              <p:cNvSpPr txBox="1"/>
              <p:nvPr/>
            </p:nvSpPr>
            <p:spPr>
              <a:xfrm>
                <a:off x="686235" y="1831565"/>
                <a:ext cx="854721" cy="1538883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ctr"/>
                <a:r>
                  <a:rPr lang="en-US" sz="9400" b="1" i="0" u="none">
                    <a:solidFill>
                      <a:srgbClr val="4D5991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104" name="Bullet1" descr="6e6e96ea-9406-4229-98f3-bc181c7cb1f0">
                <a:extLst>
                  <a:ext uri="{FF2B5EF4-FFF2-40B4-BE49-F238E27FC236}">
                    <a16:creationId xmlns:a16="http://schemas.microsoft.com/office/drawing/2014/main" id="{16427F0A-169B-3E3D-15A7-E53240DB9F3C}"/>
                  </a:ext>
                </a:extLst>
              </p:cNvPr>
              <p:cNvSpPr txBox="1"/>
              <p:nvPr/>
            </p:nvSpPr>
            <p:spPr bwMode="auto">
              <a:xfrm>
                <a:off x="1500505" y="2400638"/>
                <a:ext cx="2034003" cy="310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b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文字输入与修改</a:t>
                </a:r>
              </a:p>
            </p:txBody>
          </p:sp>
          <p:sp>
            <p:nvSpPr>
              <p:cNvPr id="105" name="Text1" descr="b982f449-2ef1-4f2e-a7e8-d88b6fbe8f1f">
                <a:extLst>
                  <a:ext uri="{FF2B5EF4-FFF2-40B4-BE49-F238E27FC236}">
                    <a16:creationId xmlns:a16="http://schemas.microsoft.com/office/drawing/2014/main" id="{03FD6A55-96C7-7217-1EDF-3E3208F5895A}"/>
                  </a:ext>
                </a:extLst>
              </p:cNvPr>
              <p:cNvSpPr txBox="1"/>
              <p:nvPr/>
            </p:nvSpPr>
            <p:spPr bwMode="auto">
              <a:xfrm>
                <a:off x="1500505" y="2711262"/>
                <a:ext cx="2034003" cy="1131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在文档中输入文字，可通过键盘直接输入。若需修改，选中文字后直接编辑即可，操作简单方便。 </a:t>
                </a:r>
              </a:p>
            </p:txBody>
          </p:sp>
        </p:grpSp>
        <p:grpSp>
          <p:nvGrpSpPr>
            <p:cNvPr id="111" name="组合 110" descr="3b693afd-8e92-46e2-b656-3848a555dc58">
              <a:extLst>
                <a:ext uri="{FF2B5EF4-FFF2-40B4-BE49-F238E27FC236}">
                  <a16:creationId xmlns:a16="http://schemas.microsoft.com/office/drawing/2014/main" id="{2FCF345D-7D69-B279-EC6E-16C5C2EF8961}"/>
                </a:ext>
              </a:extLst>
            </p:cNvPr>
            <p:cNvGrpSpPr/>
            <p:nvPr/>
          </p:nvGrpSpPr>
          <p:grpSpPr>
            <a:xfrm>
              <a:off x="4566106" y="1793453"/>
              <a:ext cx="2926357" cy="2156783"/>
              <a:chOff x="4566106" y="1793453"/>
              <a:chExt cx="2926357" cy="2156783"/>
            </a:xfrm>
          </p:grpSpPr>
          <p:sp>
            <p:nvSpPr>
              <p:cNvPr id="98" name="ComponentBackground2" descr="36d673b1-4161-4e0b-bf9b-9a1ce67267f2">
                <a:extLst>
                  <a:ext uri="{FF2B5EF4-FFF2-40B4-BE49-F238E27FC236}">
                    <a16:creationId xmlns:a16="http://schemas.microsoft.com/office/drawing/2014/main" id="{4BC10180-7627-F787-4CE7-DF8DE69DC05C}"/>
                  </a:ext>
                </a:extLst>
              </p:cNvPr>
              <p:cNvSpPr/>
              <p:nvPr/>
            </p:nvSpPr>
            <p:spPr>
              <a:xfrm>
                <a:off x="5048706" y="2182289"/>
                <a:ext cx="2443757" cy="1767947"/>
              </a:xfrm>
              <a:prstGeom prst="rect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99" name="Number2" descr="c40d7ed0-01e1-4c58-b01e-df6becc6cbc8">
                <a:extLst>
                  <a:ext uri="{FF2B5EF4-FFF2-40B4-BE49-F238E27FC236}">
                    <a16:creationId xmlns:a16="http://schemas.microsoft.com/office/drawing/2014/main" id="{DC0FE674-2D7C-AA0B-CB57-560F916AD48F}"/>
                  </a:ext>
                </a:extLst>
              </p:cNvPr>
              <p:cNvSpPr txBox="1"/>
              <p:nvPr/>
            </p:nvSpPr>
            <p:spPr>
              <a:xfrm>
                <a:off x="4566106" y="1793453"/>
                <a:ext cx="869149" cy="1569660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9600" b="1" i="0" u="none">
                    <a:solidFill>
                      <a:srgbClr val="778495">
                        <a:alpha val="70196"/>
                      </a:srgbClr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100" name="Bullet2" descr="1dfc0eae-591f-413c-9588-9d53377f2441">
                <a:extLst>
                  <a:ext uri="{FF2B5EF4-FFF2-40B4-BE49-F238E27FC236}">
                    <a16:creationId xmlns:a16="http://schemas.microsoft.com/office/drawing/2014/main" id="{ED4BC5E1-D775-04F5-D171-0C4CEDE9523B}"/>
                  </a:ext>
                </a:extLst>
              </p:cNvPr>
              <p:cNvSpPr txBox="1"/>
              <p:nvPr/>
            </p:nvSpPr>
            <p:spPr bwMode="auto">
              <a:xfrm>
                <a:off x="5400751" y="2400638"/>
                <a:ext cx="2034003" cy="310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b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字体格式设置</a:t>
                </a:r>
              </a:p>
            </p:txBody>
          </p:sp>
          <p:sp>
            <p:nvSpPr>
              <p:cNvPr id="101" name="Text2" descr="4aca87da-547f-4a40-bb8a-c7220b5e69ca">
                <a:extLst>
                  <a:ext uri="{FF2B5EF4-FFF2-40B4-BE49-F238E27FC236}">
                    <a16:creationId xmlns:a16="http://schemas.microsoft.com/office/drawing/2014/main" id="{D2B0668D-E9FA-E699-5ABD-059FC1F14B46}"/>
                  </a:ext>
                </a:extLst>
              </p:cNvPr>
              <p:cNvSpPr txBox="1"/>
              <p:nvPr/>
            </p:nvSpPr>
            <p:spPr bwMode="auto">
              <a:xfrm>
                <a:off x="5400751" y="2711262"/>
                <a:ext cx="2034003" cy="1131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选中文本，在“开始”功能区的“字体”组，可以设置字体、字号、颜色等，让文本更具个性化。 </a:t>
                </a:r>
              </a:p>
            </p:txBody>
          </p:sp>
        </p:grpSp>
        <p:grpSp>
          <p:nvGrpSpPr>
            <p:cNvPr id="112" name="组合 111" descr="d41345cc-3e53-42a4-80db-faa059bd3e3d">
              <a:extLst>
                <a:ext uri="{FF2B5EF4-FFF2-40B4-BE49-F238E27FC236}">
                  <a16:creationId xmlns:a16="http://schemas.microsoft.com/office/drawing/2014/main" id="{4D75211A-7B01-0083-09F1-E0EDB636E73B}"/>
                </a:ext>
              </a:extLst>
            </p:cNvPr>
            <p:cNvGrpSpPr/>
            <p:nvPr/>
          </p:nvGrpSpPr>
          <p:grpSpPr>
            <a:xfrm>
              <a:off x="8615169" y="1817265"/>
              <a:ext cx="2878331" cy="2132971"/>
              <a:chOff x="8615169" y="1817265"/>
              <a:chExt cx="2878331" cy="2132971"/>
            </a:xfrm>
          </p:grpSpPr>
          <p:sp>
            <p:nvSpPr>
              <p:cNvPr id="89" name="ComponentBackground3" descr="4e8f30f6-7f1f-4dff-afca-7db497d97dd0">
                <a:extLst>
                  <a:ext uri="{FF2B5EF4-FFF2-40B4-BE49-F238E27FC236}">
                    <a16:creationId xmlns:a16="http://schemas.microsoft.com/office/drawing/2014/main" id="{C010DDC9-BF86-3756-A6D4-1BDD8D4F3D1E}"/>
                  </a:ext>
                </a:extLst>
              </p:cNvPr>
              <p:cNvSpPr/>
              <p:nvPr/>
            </p:nvSpPr>
            <p:spPr>
              <a:xfrm>
                <a:off x="9049743" y="2182289"/>
                <a:ext cx="2443757" cy="1767947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90" name="Number3" descr="659c934c-a909-452d-8608-850e82e5791a">
                <a:extLst>
                  <a:ext uri="{FF2B5EF4-FFF2-40B4-BE49-F238E27FC236}">
                    <a16:creationId xmlns:a16="http://schemas.microsoft.com/office/drawing/2014/main" id="{62D6B560-DBDA-EB1A-A850-5095A4C7484A}"/>
                  </a:ext>
                </a:extLst>
              </p:cNvPr>
              <p:cNvSpPr txBox="1"/>
              <p:nvPr/>
            </p:nvSpPr>
            <p:spPr>
              <a:xfrm>
                <a:off x="8615169" y="1817265"/>
                <a:ext cx="869149" cy="1569660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9600" b="1" i="0" u="none">
                    <a:solidFill>
                      <a:srgbClr val="4D5991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96" name="Bullet3" descr="57a2f418-8bd7-4a18-8913-5ef972281d30">
                <a:extLst>
                  <a:ext uri="{FF2B5EF4-FFF2-40B4-BE49-F238E27FC236}">
                    <a16:creationId xmlns:a16="http://schemas.microsoft.com/office/drawing/2014/main" id="{D17D1EB8-8622-84B2-683C-D394A0CE140F}"/>
                  </a:ext>
                </a:extLst>
              </p:cNvPr>
              <p:cNvSpPr txBox="1"/>
              <p:nvPr/>
            </p:nvSpPr>
            <p:spPr bwMode="auto">
              <a:xfrm>
                <a:off x="9420962" y="2400638"/>
                <a:ext cx="2034003" cy="310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b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段落格式调整</a:t>
                </a:r>
              </a:p>
            </p:txBody>
          </p:sp>
          <p:sp>
            <p:nvSpPr>
              <p:cNvPr id="97" name="Text3" descr="6088b0e4-a485-4b9d-bd07-4575ef6d32da">
                <a:extLst>
                  <a:ext uri="{FF2B5EF4-FFF2-40B4-BE49-F238E27FC236}">
                    <a16:creationId xmlns:a16="http://schemas.microsoft.com/office/drawing/2014/main" id="{7085209D-4F66-74FC-AFE7-5EC53139A5FC}"/>
                  </a:ext>
                </a:extLst>
              </p:cNvPr>
              <p:cNvSpPr txBox="1"/>
              <p:nvPr/>
            </p:nvSpPr>
            <p:spPr bwMode="auto">
              <a:xfrm>
                <a:off x="9420962" y="2711262"/>
                <a:ext cx="2034003" cy="1131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通过“段落”组，可以调整段落的对齐方式、缩进、行间距等，使文档结构清晰，易于阅读。 </a:t>
                </a:r>
              </a:p>
            </p:txBody>
          </p:sp>
        </p:grpSp>
        <p:grpSp>
          <p:nvGrpSpPr>
            <p:cNvPr id="113" name="组合 112" descr="a97b6007-6a4a-44d4-8b61-28c79580c948">
              <a:extLst>
                <a:ext uri="{FF2B5EF4-FFF2-40B4-BE49-F238E27FC236}">
                  <a16:creationId xmlns:a16="http://schemas.microsoft.com/office/drawing/2014/main" id="{A082CEB0-B677-BEC4-7DDA-BA779232908A}"/>
                </a:ext>
              </a:extLst>
            </p:cNvPr>
            <p:cNvGrpSpPr/>
            <p:nvPr/>
          </p:nvGrpSpPr>
          <p:grpSpPr>
            <a:xfrm>
              <a:off x="686235" y="3971045"/>
              <a:ext cx="2926357" cy="2125179"/>
              <a:chOff x="686235" y="3971045"/>
              <a:chExt cx="2926357" cy="2125179"/>
            </a:xfrm>
          </p:grpSpPr>
          <p:sp>
            <p:nvSpPr>
              <p:cNvPr id="85" name="ComponentBackground4" descr="2b6ed21f-dbb4-411c-94d0-4c9cc548ed63">
                <a:extLst>
                  <a:ext uri="{FF2B5EF4-FFF2-40B4-BE49-F238E27FC236}">
                    <a16:creationId xmlns:a16="http://schemas.microsoft.com/office/drawing/2014/main" id="{B75A215A-12F7-6F1C-4DFE-AAC1F4BC2888}"/>
                  </a:ext>
                </a:extLst>
              </p:cNvPr>
              <p:cNvSpPr/>
              <p:nvPr/>
            </p:nvSpPr>
            <p:spPr>
              <a:xfrm>
                <a:off x="1168835" y="4328277"/>
                <a:ext cx="2443757" cy="1767947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86" name="Number4" descr="233776f6-5fbe-44e4-aa11-8b327fa2ee81">
                <a:extLst>
                  <a:ext uri="{FF2B5EF4-FFF2-40B4-BE49-F238E27FC236}">
                    <a16:creationId xmlns:a16="http://schemas.microsoft.com/office/drawing/2014/main" id="{278D8293-6133-99D2-2F86-AA6E7A3B9B59}"/>
                  </a:ext>
                </a:extLst>
              </p:cNvPr>
              <p:cNvSpPr txBox="1"/>
              <p:nvPr/>
            </p:nvSpPr>
            <p:spPr>
              <a:xfrm>
                <a:off x="686235" y="3971045"/>
                <a:ext cx="869149" cy="1569660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>
                  <a:defRPr sz="9600" b="1">
                    <a:gradFill>
                      <a:gsLst>
                        <a:gs pos="0">
                          <a:schemeClr val="accent4">
                            <a:lumMod val="60000"/>
                            <a:lumOff val="40000"/>
                          </a:schemeClr>
                        </a:gs>
                        <a:gs pos="60000">
                          <a:schemeClr val="accent4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4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9600" b="1" i="0" u="none">
                    <a:solidFill>
                      <a:srgbClr val="4D5991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id="87" name="Bullet4" descr="858e91c3-9040-4b27-8cb4-0166f4304c7f">
                <a:extLst>
                  <a:ext uri="{FF2B5EF4-FFF2-40B4-BE49-F238E27FC236}">
                    <a16:creationId xmlns:a16="http://schemas.microsoft.com/office/drawing/2014/main" id="{0CEB5305-11FA-C01B-D25A-B5DABD55B6E7}"/>
                  </a:ext>
                </a:extLst>
              </p:cNvPr>
              <p:cNvSpPr txBox="1"/>
              <p:nvPr/>
            </p:nvSpPr>
            <p:spPr bwMode="auto">
              <a:xfrm>
                <a:off x="1500505" y="4532968"/>
                <a:ext cx="2034003" cy="310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b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项目符号与编号</a:t>
                </a:r>
              </a:p>
            </p:txBody>
          </p:sp>
          <p:sp>
            <p:nvSpPr>
              <p:cNvPr id="88" name="Text4" descr="337c7653-34e5-4e9e-aab2-e985969577bf">
                <a:extLst>
                  <a:ext uri="{FF2B5EF4-FFF2-40B4-BE49-F238E27FC236}">
                    <a16:creationId xmlns:a16="http://schemas.microsoft.com/office/drawing/2014/main" id="{A5EA264E-13FA-C8B7-518E-A57794711F34}"/>
                  </a:ext>
                </a:extLst>
              </p:cNvPr>
              <p:cNvSpPr txBox="1"/>
              <p:nvPr/>
            </p:nvSpPr>
            <p:spPr bwMode="auto">
              <a:xfrm>
                <a:off x="1500505" y="4843592"/>
                <a:ext cx="2034003" cy="1131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为段落添加项目符号或编号，能突出重点内容。在“段落”组中点击相应按钮即可快速添加。 </a:t>
                </a:r>
              </a:p>
            </p:txBody>
          </p:sp>
        </p:grpSp>
        <p:grpSp>
          <p:nvGrpSpPr>
            <p:cNvPr id="114" name="组合 113" descr="3f13bf00-1266-4140-a0fe-d4e5bb71e4a8">
              <a:extLst>
                <a:ext uri="{FF2B5EF4-FFF2-40B4-BE49-F238E27FC236}">
                  <a16:creationId xmlns:a16="http://schemas.microsoft.com/office/drawing/2014/main" id="{20ACEC84-CDC0-37D9-AC99-61EFB34BC12C}"/>
                </a:ext>
              </a:extLst>
            </p:cNvPr>
            <p:cNvGrpSpPr/>
            <p:nvPr/>
          </p:nvGrpSpPr>
          <p:grpSpPr>
            <a:xfrm>
              <a:off x="4566106" y="3932933"/>
              <a:ext cx="2926357" cy="2163291"/>
              <a:chOff x="4566106" y="3932933"/>
              <a:chExt cx="2926357" cy="2163291"/>
            </a:xfrm>
          </p:grpSpPr>
          <p:sp>
            <p:nvSpPr>
              <p:cNvPr id="81" name="ComponentBackground5" descr="6c1c9154-76f2-4b0f-94d0-6a5995c7033a">
                <a:extLst>
                  <a:ext uri="{FF2B5EF4-FFF2-40B4-BE49-F238E27FC236}">
                    <a16:creationId xmlns:a16="http://schemas.microsoft.com/office/drawing/2014/main" id="{445E5079-2010-2867-0B6F-D985A772A40E}"/>
                  </a:ext>
                </a:extLst>
              </p:cNvPr>
              <p:cNvSpPr/>
              <p:nvPr/>
            </p:nvSpPr>
            <p:spPr>
              <a:xfrm>
                <a:off x="5048706" y="4328277"/>
                <a:ext cx="2443757" cy="1767947"/>
              </a:xfrm>
              <a:prstGeom prst="rect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82" name="Number5" descr="4a5f2406-9013-4c80-a7c1-7be1a2add6f8">
                <a:extLst>
                  <a:ext uri="{FF2B5EF4-FFF2-40B4-BE49-F238E27FC236}">
                    <a16:creationId xmlns:a16="http://schemas.microsoft.com/office/drawing/2014/main" id="{CBEBEA16-38FB-5B3C-CE40-B70CC9FC4871}"/>
                  </a:ext>
                </a:extLst>
              </p:cNvPr>
              <p:cNvSpPr txBox="1"/>
              <p:nvPr/>
            </p:nvSpPr>
            <p:spPr>
              <a:xfrm>
                <a:off x="4566106" y="3932933"/>
                <a:ext cx="869149" cy="1569660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>
                  <a:defRPr sz="9600" b="1">
                    <a:gradFill>
                      <a:gsLst>
                        <a:gs pos="0">
                          <a:schemeClr val="accent5">
                            <a:lumMod val="60000"/>
                            <a:lumOff val="40000"/>
                          </a:schemeClr>
                        </a:gs>
                        <a:gs pos="60000">
                          <a:schemeClr val="accent5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5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9600" b="1" i="0" u="none">
                    <a:solidFill>
                      <a:srgbClr val="778495">
                        <a:alpha val="70196"/>
                      </a:srgbClr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id="83" name="Bullet5" descr="fcd0003f-c909-490a-911f-ab8ab0cd788e">
                <a:extLst>
                  <a:ext uri="{FF2B5EF4-FFF2-40B4-BE49-F238E27FC236}">
                    <a16:creationId xmlns:a16="http://schemas.microsoft.com/office/drawing/2014/main" id="{C9DA3D0F-BBB1-3A92-4059-8942E6498F49}"/>
                  </a:ext>
                </a:extLst>
              </p:cNvPr>
              <p:cNvSpPr txBox="1"/>
              <p:nvPr/>
            </p:nvSpPr>
            <p:spPr bwMode="auto">
              <a:xfrm>
                <a:off x="5400751" y="4548856"/>
                <a:ext cx="2034003" cy="310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b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查找与替换</a:t>
                </a:r>
              </a:p>
            </p:txBody>
          </p:sp>
          <p:sp>
            <p:nvSpPr>
              <p:cNvPr id="84" name="Text5" descr="4a75d492-a617-4a30-9d73-efe0c0917344">
                <a:extLst>
                  <a:ext uri="{FF2B5EF4-FFF2-40B4-BE49-F238E27FC236}">
                    <a16:creationId xmlns:a16="http://schemas.microsoft.com/office/drawing/2014/main" id="{2C11468F-5269-465C-07F4-3F76EEDAE966}"/>
                  </a:ext>
                </a:extLst>
              </p:cNvPr>
              <p:cNvSpPr txBox="1"/>
              <p:nvPr/>
            </p:nvSpPr>
            <p:spPr bwMode="auto">
              <a:xfrm>
                <a:off x="5400751" y="4859480"/>
                <a:ext cx="2034003" cy="11314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利用“开始”功能区中的“查找替换”功能，可以快速查找文档中的指定内容，并进行替换，提高编辑效率。 </a:t>
                </a:r>
              </a:p>
            </p:txBody>
          </p:sp>
        </p:grpSp>
        <p:sp>
          <p:nvSpPr>
            <p:cNvPr id="76" name="Title" descr="471052ff-4a72-4934-812f-1fa5f23a148c">
              <a:extLst>
                <a:ext uri="{FF2B5EF4-FFF2-40B4-BE49-F238E27FC236}">
                  <a16:creationId xmlns:a16="http://schemas.microsoft.com/office/drawing/2014/main" id="{5FA33989-D521-DB9D-BE2E-E576CECEE713}"/>
                </a:ext>
              </a:extLst>
            </p:cNvPr>
            <p:cNvSpPr txBox="1"/>
            <p:nvPr/>
          </p:nvSpPr>
          <p:spPr>
            <a:xfrm>
              <a:off x="660400" y="1237880"/>
              <a:ext cx="10858500" cy="590074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让文本排版更美观</a:t>
              </a:r>
            </a:p>
          </p:txBody>
        </p: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文本编辑技巧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b6628363-955c-475d-9ac0-45d7b9182618.source.5.zh-Hans.pptx" descr="80905e50-7f6e-4c75-b6e7-d95f4aeee046">
            <a:extLst>
              <a:ext uri="{FF2B5EF4-FFF2-40B4-BE49-F238E27FC236}">
                <a16:creationId xmlns:a16="http://schemas.microsoft.com/office/drawing/2014/main" id="{9529187E-FB59-7403-A46C-2734B5FD9231}"/>
              </a:ext>
            </a:extLst>
          </p:cNvPr>
          <p:cNvGrpSpPr/>
          <p:nvPr/>
        </p:nvGrpSpPr>
        <p:grpSpPr>
          <a:xfrm>
            <a:off x="660400" y="1130300"/>
            <a:ext cx="10858500" cy="4902200"/>
            <a:chOff x="660400" y="1130300"/>
            <a:chExt cx="10858500" cy="4902200"/>
          </a:xfrm>
        </p:grpSpPr>
        <p:sp>
          <p:nvSpPr>
            <p:cNvPr id="3" name="Unknown0" descr="b28e121e-a132-4782-861d-dc6a73891e35">
              <a:extLst>
                <a:ext uri="{FF2B5EF4-FFF2-40B4-BE49-F238E27FC236}">
                  <a16:creationId xmlns:a16="http://schemas.microsoft.com/office/drawing/2014/main" id="{8318A218-63C9-4CB6-8100-51CDAF5FB6ED}"/>
                </a:ext>
              </a:extLst>
            </p:cNvPr>
            <p:cNvSpPr/>
            <p:nvPr/>
          </p:nvSpPr>
          <p:spPr>
            <a:xfrm>
              <a:off x="660400" y="2405742"/>
              <a:ext cx="2119084" cy="3626758"/>
            </a:xfrm>
            <a:prstGeom prst="roundRect">
              <a:avLst>
                <a:gd name="adj" fmla="val 8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15" name="Unknown1" descr="2e0005a8-874d-4b30-b217-b128359a9086">
              <a:extLst>
                <a:ext uri="{FF2B5EF4-FFF2-40B4-BE49-F238E27FC236}">
                  <a16:creationId xmlns:a16="http://schemas.microsoft.com/office/drawing/2014/main" id="{7FF40BC2-1F40-4880-A641-62D0092DE2E2}"/>
                </a:ext>
              </a:extLst>
            </p:cNvPr>
            <p:cNvSpPr/>
            <p:nvPr/>
          </p:nvSpPr>
          <p:spPr>
            <a:xfrm>
              <a:off x="2845254" y="2405742"/>
              <a:ext cx="2119084" cy="3626758"/>
            </a:xfrm>
            <a:prstGeom prst="roundRect">
              <a:avLst>
                <a:gd name="adj" fmla="val 8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26" name="Unknown2" descr="89633163-4947-4bf4-8f42-65812fb3d224">
              <a:extLst>
                <a:ext uri="{FF2B5EF4-FFF2-40B4-BE49-F238E27FC236}">
                  <a16:creationId xmlns:a16="http://schemas.microsoft.com/office/drawing/2014/main" id="{3D10717C-08DA-4530-9427-41B995CF1045}"/>
                </a:ext>
              </a:extLst>
            </p:cNvPr>
            <p:cNvSpPr/>
            <p:nvPr/>
          </p:nvSpPr>
          <p:spPr>
            <a:xfrm>
              <a:off x="5030108" y="2405742"/>
              <a:ext cx="2119084" cy="3626758"/>
            </a:xfrm>
            <a:prstGeom prst="roundRect">
              <a:avLst>
                <a:gd name="adj" fmla="val 8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37" name="Unknown3" descr="fcc1c765-023a-4757-b418-90ac5fc3ff69">
              <a:extLst>
                <a:ext uri="{FF2B5EF4-FFF2-40B4-BE49-F238E27FC236}">
                  <a16:creationId xmlns:a16="http://schemas.microsoft.com/office/drawing/2014/main" id="{F077DFC8-E7D3-45E0-9720-728FB8C67A55}"/>
                </a:ext>
              </a:extLst>
            </p:cNvPr>
            <p:cNvSpPr/>
            <p:nvPr/>
          </p:nvSpPr>
          <p:spPr>
            <a:xfrm>
              <a:off x="7214962" y="2405742"/>
              <a:ext cx="2119084" cy="3626758"/>
            </a:xfrm>
            <a:prstGeom prst="roundRect">
              <a:avLst>
                <a:gd name="adj" fmla="val 8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48" name="Unknown4" descr="817449af-72e5-4b88-ab5a-9b6cc14c6598">
              <a:extLst>
                <a:ext uri="{FF2B5EF4-FFF2-40B4-BE49-F238E27FC236}">
                  <a16:creationId xmlns:a16="http://schemas.microsoft.com/office/drawing/2014/main" id="{12DC8C04-FE6B-41EE-A476-A3630A7C6E07}"/>
                </a:ext>
              </a:extLst>
            </p:cNvPr>
            <p:cNvSpPr/>
            <p:nvPr/>
          </p:nvSpPr>
          <p:spPr>
            <a:xfrm>
              <a:off x="9399816" y="2405742"/>
              <a:ext cx="2119084" cy="3626758"/>
            </a:xfrm>
            <a:prstGeom prst="roundRect">
              <a:avLst>
                <a:gd name="adj" fmla="val 827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6" name="Title" descr="63c7c2df-6431-4c22-b340-f1018970e510">
              <a:extLst>
                <a:ext uri="{FF2B5EF4-FFF2-40B4-BE49-F238E27FC236}">
                  <a16:creationId xmlns:a16="http://schemas.microsoft.com/office/drawing/2014/main" id="{89E4558C-2896-AC91-BD0D-818038D32BCE}"/>
                </a:ext>
              </a:extLst>
            </p:cNvPr>
            <p:cNvSpPr txBox="1"/>
            <p:nvPr/>
          </p:nvSpPr>
          <p:spPr>
            <a:xfrm>
              <a:off x="673100" y="1130300"/>
              <a:ext cx="10845800" cy="1083246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丰富文档的内容</a:t>
              </a:r>
            </a:p>
          </p:txBody>
        </p:sp>
        <p:grpSp>
          <p:nvGrpSpPr>
            <p:cNvPr id="7" name="组合 6" descr="953e483e-937c-4d1f-9386-8f1a54b23c68">
              <a:extLst>
                <a:ext uri="{FF2B5EF4-FFF2-40B4-BE49-F238E27FC236}">
                  <a16:creationId xmlns:a16="http://schemas.microsoft.com/office/drawing/2014/main" id="{6D793DA8-2723-A345-37AB-E3DE20A27AB2}"/>
                </a:ext>
              </a:extLst>
            </p:cNvPr>
            <p:cNvGrpSpPr/>
            <p:nvPr/>
          </p:nvGrpSpPr>
          <p:grpSpPr>
            <a:xfrm>
              <a:off x="827313" y="2405742"/>
              <a:ext cx="1785258" cy="3575958"/>
              <a:chOff x="827313" y="2405742"/>
              <a:chExt cx="1785258" cy="3575958"/>
            </a:xfrm>
          </p:grpSpPr>
          <p:sp>
            <p:nvSpPr>
              <p:cNvPr id="4" name="Number1" descr="799f477a-4ed0-462b-bce7-7ef5aad40462">
                <a:extLst>
                  <a:ext uri="{FF2B5EF4-FFF2-40B4-BE49-F238E27FC236}">
                    <a16:creationId xmlns:a16="http://schemas.microsoft.com/office/drawing/2014/main" id="{DD840773-2821-4D48-8896-0CC3C64AD275}"/>
                  </a:ext>
                </a:extLst>
              </p:cNvPr>
              <p:cNvSpPr/>
              <p:nvPr/>
            </p:nvSpPr>
            <p:spPr>
              <a:xfrm>
                <a:off x="1255485" y="2405742"/>
                <a:ext cx="928914" cy="928914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5" name="Bullet1" descr="6d3d345f-7a5f-493f-b1f6-d92bda267da0">
                <a:extLst>
                  <a:ext uri="{FF2B5EF4-FFF2-40B4-BE49-F238E27FC236}">
                    <a16:creationId xmlns:a16="http://schemas.microsoft.com/office/drawing/2014/main" id="{7BB59F7B-39A6-47E7-B7CC-378050454EBA}"/>
                  </a:ext>
                </a:extLst>
              </p:cNvPr>
              <p:cNvSpPr txBox="1"/>
              <p:nvPr/>
            </p:nvSpPr>
            <p:spPr>
              <a:xfrm>
                <a:off x="827313" y="3526852"/>
                <a:ext cx="1785258" cy="726609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插入图片</a:t>
                </a:r>
              </a:p>
            </p:txBody>
          </p:sp>
          <p:sp>
            <p:nvSpPr>
              <p:cNvPr id="13" name="Text1" descr="77ac2d93-12dd-40f1-814d-591f6d26e6d3">
                <a:extLst>
                  <a:ext uri="{FF2B5EF4-FFF2-40B4-BE49-F238E27FC236}">
                    <a16:creationId xmlns:a16="http://schemas.microsoft.com/office/drawing/2014/main" id="{5A837975-BE24-5DA1-8EF9-F20FCB5E7747}"/>
                  </a:ext>
                </a:extLst>
              </p:cNvPr>
              <p:cNvSpPr txBox="1"/>
              <p:nvPr/>
            </p:nvSpPr>
            <p:spPr>
              <a:xfrm>
                <a:off x="827313" y="4445657"/>
                <a:ext cx="1785258" cy="1536043"/>
              </a:xfrm>
              <a:prstGeom prst="rect">
                <a:avLst/>
              </a:prstGeom>
              <a:noFill/>
            </p:spPr>
            <p:txBody>
              <a:bodyPr vert="horz"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点击“插入”功能区的“图片”按钮，选择本地图片文件，即可将图片插入文档，增强文档的视觉效果。 </a:t>
                </a:r>
              </a:p>
            </p:txBody>
          </p:sp>
        </p:grpSp>
        <p:grpSp>
          <p:nvGrpSpPr>
            <p:cNvPr id="8" name="组合 7" descr="50d67c10-157b-4c31-9b27-61128c4cfc1f">
              <a:extLst>
                <a:ext uri="{FF2B5EF4-FFF2-40B4-BE49-F238E27FC236}">
                  <a16:creationId xmlns:a16="http://schemas.microsoft.com/office/drawing/2014/main" id="{39C214AE-D047-3FE7-2084-F426A359BCB1}"/>
                </a:ext>
              </a:extLst>
            </p:cNvPr>
            <p:cNvGrpSpPr/>
            <p:nvPr/>
          </p:nvGrpSpPr>
          <p:grpSpPr>
            <a:xfrm>
              <a:off x="3012167" y="2405742"/>
              <a:ext cx="1785258" cy="3575958"/>
              <a:chOff x="3012167" y="2405742"/>
              <a:chExt cx="1785258" cy="3575958"/>
            </a:xfrm>
          </p:grpSpPr>
          <p:sp>
            <p:nvSpPr>
              <p:cNvPr id="16" name="Number2" descr="49db12f8-08d5-4d22-9351-d42843aa23cd">
                <a:extLst>
                  <a:ext uri="{FF2B5EF4-FFF2-40B4-BE49-F238E27FC236}">
                    <a16:creationId xmlns:a16="http://schemas.microsoft.com/office/drawing/2014/main" id="{4D0D0FC9-0A20-44C7-8C1B-8EB001FAE42E}"/>
                  </a:ext>
                </a:extLst>
              </p:cNvPr>
              <p:cNvSpPr/>
              <p:nvPr/>
            </p:nvSpPr>
            <p:spPr>
              <a:xfrm>
                <a:off x="3440339" y="2405742"/>
                <a:ext cx="928914" cy="928914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17" name="Bullet2" descr="0c65a213-1454-4285-b9a5-702b51ae8234">
                <a:extLst>
                  <a:ext uri="{FF2B5EF4-FFF2-40B4-BE49-F238E27FC236}">
                    <a16:creationId xmlns:a16="http://schemas.microsoft.com/office/drawing/2014/main" id="{1CA256F2-71AF-4AC1-BB90-BBD1DE9087AF}"/>
                  </a:ext>
                </a:extLst>
              </p:cNvPr>
              <p:cNvSpPr txBox="1"/>
              <p:nvPr/>
            </p:nvSpPr>
            <p:spPr>
              <a:xfrm>
                <a:off x="3012167" y="3526852"/>
                <a:ext cx="1785258" cy="726609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插入表格</a:t>
                </a:r>
              </a:p>
            </p:txBody>
          </p:sp>
          <p:sp>
            <p:nvSpPr>
              <p:cNvPr id="14" name="Text2" descr="ee034fcf-200f-4a2f-a32b-faf433906501">
                <a:extLst>
                  <a:ext uri="{FF2B5EF4-FFF2-40B4-BE49-F238E27FC236}">
                    <a16:creationId xmlns:a16="http://schemas.microsoft.com/office/drawing/2014/main" id="{22D1BE60-D14E-DB06-8791-2FC99C3B7070}"/>
                  </a:ext>
                </a:extLst>
              </p:cNvPr>
              <p:cNvSpPr txBox="1"/>
              <p:nvPr/>
            </p:nvSpPr>
            <p:spPr>
              <a:xfrm>
                <a:off x="3012167" y="4445657"/>
                <a:ext cx="1785258" cy="1536043"/>
              </a:xfrm>
              <a:prstGeom prst="rect">
                <a:avLst/>
              </a:prstGeom>
              <a:noFill/>
            </p:spPr>
            <p:txBody>
              <a:bodyPr vert="horz"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在“插入”功能区中，可选择插入表格的行数和列数，快速创建表格，方便进行数据整理和展示。 </a:t>
                </a:r>
              </a:p>
            </p:txBody>
          </p:sp>
        </p:grpSp>
        <p:grpSp>
          <p:nvGrpSpPr>
            <p:cNvPr id="9" name="组合 8" descr="b48db192-4a05-4de5-b900-8d56ecc8b306">
              <a:extLst>
                <a:ext uri="{FF2B5EF4-FFF2-40B4-BE49-F238E27FC236}">
                  <a16:creationId xmlns:a16="http://schemas.microsoft.com/office/drawing/2014/main" id="{DF0ABFBA-2185-8EED-D812-259941B62F55}"/>
                </a:ext>
              </a:extLst>
            </p:cNvPr>
            <p:cNvGrpSpPr/>
            <p:nvPr/>
          </p:nvGrpSpPr>
          <p:grpSpPr>
            <a:xfrm>
              <a:off x="5197021" y="2405742"/>
              <a:ext cx="1785258" cy="3575958"/>
              <a:chOff x="5197021" y="2405742"/>
              <a:chExt cx="1785258" cy="3575958"/>
            </a:xfrm>
          </p:grpSpPr>
          <p:sp>
            <p:nvSpPr>
              <p:cNvPr id="27" name="Number3" descr="362415bb-6a11-476e-9fe5-04082df69b42">
                <a:extLst>
                  <a:ext uri="{FF2B5EF4-FFF2-40B4-BE49-F238E27FC236}">
                    <a16:creationId xmlns:a16="http://schemas.microsoft.com/office/drawing/2014/main" id="{64A7914B-D833-45E8-86DE-34678FE1DCBE}"/>
                  </a:ext>
                </a:extLst>
              </p:cNvPr>
              <p:cNvSpPr/>
              <p:nvPr/>
            </p:nvSpPr>
            <p:spPr>
              <a:xfrm>
                <a:off x="5625193" y="2405742"/>
                <a:ext cx="928914" cy="928914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28" name="Bullet3" descr="262a95b8-8ab6-4d96-afd1-77bbb1c0c01c">
                <a:extLst>
                  <a:ext uri="{FF2B5EF4-FFF2-40B4-BE49-F238E27FC236}">
                    <a16:creationId xmlns:a16="http://schemas.microsoft.com/office/drawing/2014/main" id="{784C2BBA-A440-4FC4-B360-35ABB4C481D2}"/>
                  </a:ext>
                </a:extLst>
              </p:cNvPr>
              <p:cNvSpPr txBox="1"/>
              <p:nvPr/>
            </p:nvSpPr>
            <p:spPr>
              <a:xfrm>
                <a:off x="5197021" y="3526852"/>
                <a:ext cx="1785258" cy="726609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插入图表</a:t>
                </a:r>
              </a:p>
            </p:txBody>
          </p:sp>
          <p:sp>
            <p:nvSpPr>
              <p:cNvPr id="25" name="Text3" descr="14a6f3cf-9694-496b-9a35-db4eaa0a4b30">
                <a:extLst>
                  <a:ext uri="{FF2B5EF4-FFF2-40B4-BE49-F238E27FC236}">
                    <a16:creationId xmlns:a16="http://schemas.microsoft.com/office/drawing/2014/main" id="{E629222E-C71C-FD52-6C92-B380D7C7E49D}"/>
                  </a:ext>
                </a:extLst>
              </p:cNvPr>
              <p:cNvSpPr txBox="1"/>
              <p:nvPr/>
            </p:nvSpPr>
            <p:spPr>
              <a:xfrm>
                <a:off x="5197021" y="4445657"/>
                <a:ext cx="1785258" cy="1536043"/>
              </a:xfrm>
              <a:prstGeom prst="rect">
                <a:avLst/>
              </a:prstGeom>
              <a:noFill/>
            </p:spPr>
            <p:txBody>
              <a:bodyPr vert="horz"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通过“插入”功能区的“图表”按钮，可以选择不同类型的图表，将数据以图表形式呈现，更直观易懂。 </a:t>
                </a:r>
              </a:p>
            </p:txBody>
          </p:sp>
        </p:grpSp>
        <p:grpSp>
          <p:nvGrpSpPr>
            <p:cNvPr id="10" name="组合 9" descr="a8af1d1f-a221-4a40-91b0-0f62178c5dfc">
              <a:extLst>
                <a:ext uri="{FF2B5EF4-FFF2-40B4-BE49-F238E27FC236}">
                  <a16:creationId xmlns:a16="http://schemas.microsoft.com/office/drawing/2014/main" id="{88CB8BC2-9F6D-2B3A-58DB-C2B6E1262E06}"/>
                </a:ext>
              </a:extLst>
            </p:cNvPr>
            <p:cNvGrpSpPr/>
            <p:nvPr/>
          </p:nvGrpSpPr>
          <p:grpSpPr>
            <a:xfrm>
              <a:off x="7381875" y="2405742"/>
              <a:ext cx="1785258" cy="3575958"/>
              <a:chOff x="7381875" y="2405742"/>
              <a:chExt cx="1785258" cy="3575958"/>
            </a:xfrm>
          </p:grpSpPr>
          <p:sp>
            <p:nvSpPr>
              <p:cNvPr id="38" name="Number4" descr="66d023d4-891f-4607-a3cb-8c180a59bf09">
                <a:extLst>
                  <a:ext uri="{FF2B5EF4-FFF2-40B4-BE49-F238E27FC236}">
                    <a16:creationId xmlns:a16="http://schemas.microsoft.com/office/drawing/2014/main" id="{7BF9DA13-74F3-4737-8FB7-FC73EFD8B7B6}"/>
                  </a:ext>
                </a:extLst>
              </p:cNvPr>
              <p:cNvSpPr/>
              <p:nvPr/>
            </p:nvSpPr>
            <p:spPr>
              <a:xfrm>
                <a:off x="7810047" y="2405742"/>
                <a:ext cx="928914" cy="928914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id="39" name="Bullet4" descr="8176a82c-4997-4e34-81ff-a42808afea24">
                <a:extLst>
                  <a:ext uri="{FF2B5EF4-FFF2-40B4-BE49-F238E27FC236}">
                    <a16:creationId xmlns:a16="http://schemas.microsoft.com/office/drawing/2014/main" id="{D25453A2-C325-4705-9FA6-86E3FA8F4E79}"/>
                  </a:ext>
                </a:extLst>
              </p:cNvPr>
              <p:cNvSpPr txBox="1"/>
              <p:nvPr/>
            </p:nvSpPr>
            <p:spPr>
              <a:xfrm>
                <a:off x="7381875" y="3526852"/>
                <a:ext cx="1785258" cy="726609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插入形状</a:t>
                </a:r>
              </a:p>
            </p:txBody>
          </p:sp>
          <p:sp>
            <p:nvSpPr>
              <p:cNvPr id="36" name="Text4" descr="36d805a1-967f-4b72-b8df-290197ad936f">
                <a:extLst>
                  <a:ext uri="{FF2B5EF4-FFF2-40B4-BE49-F238E27FC236}">
                    <a16:creationId xmlns:a16="http://schemas.microsoft.com/office/drawing/2014/main" id="{596BEDEE-0E34-3362-BF15-4255EB52F027}"/>
                  </a:ext>
                </a:extLst>
              </p:cNvPr>
              <p:cNvSpPr txBox="1"/>
              <p:nvPr/>
            </p:nvSpPr>
            <p:spPr>
              <a:xfrm>
                <a:off x="7381875" y="4445657"/>
                <a:ext cx="1785258" cy="1536043"/>
              </a:xfrm>
              <a:prstGeom prst="rect">
                <a:avLst/>
              </a:prstGeom>
              <a:noFill/>
            </p:spPr>
            <p:txBody>
              <a:bodyPr vert="horz"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利用“插入”功能区的“形状”工具，可以绘制各种几何形状、线条等，用于标注或装饰文档。 </a:t>
                </a:r>
              </a:p>
            </p:txBody>
          </p:sp>
        </p:grpSp>
        <p:grpSp>
          <p:nvGrpSpPr>
            <p:cNvPr id="11" name="组合 10" descr="7b898c84-7de8-46f3-8feb-f664d2b3f96e">
              <a:extLst>
                <a:ext uri="{FF2B5EF4-FFF2-40B4-BE49-F238E27FC236}">
                  <a16:creationId xmlns:a16="http://schemas.microsoft.com/office/drawing/2014/main" id="{694F5B96-1475-BFB9-8D85-071DE02245E6}"/>
                </a:ext>
              </a:extLst>
            </p:cNvPr>
            <p:cNvGrpSpPr/>
            <p:nvPr/>
          </p:nvGrpSpPr>
          <p:grpSpPr>
            <a:xfrm>
              <a:off x="9566729" y="2405742"/>
              <a:ext cx="1785258" cy="3575958"/>
              <a:chOff x="9566729" y="2405742"/>
              <a:chExt cx="1785258" cy="3575958"/>
            </a:xfrm>
          </p:grpSpPr>
          <p:sp>
            <p:nvSpPr>
              <p:cNvPr id="49" name="Number5" descr="b12e923a-3042-4342-8a9e-f89c81da876c">
                <a:extLst>
                  <a:ext uri="{FF2B5EF4-FFF2-40B4-BE49-F238E27FC236}">
                    <a16:creationId xmlns:a16="http://schemas.microsoft.com/office/drawing/2014/main" id="{E0F4B33F-8DBD-4ABD-B71D-87A168EA6026}"/>
                  </a:ext>
                </a:extLst>
              </p:cNvPr>
              <p:cNvSpPr/>
              <p:nvPr/>
            </p:nvSpPr>
            <p:spPr>
              <a:xfrm>
                <a:off x="9994901" y="2405742"/>
                <a:ext cx="928914" cy="928914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id="50" name="Bullet5" descr="2a65b06a-d42d-48e0-af8e-c03f7642daf0">
                <a:extLst>
                  <a:ext uri="{FF2B5EF4-FFF2-40B4-BE49-F238E27FC236}">
                    <a16:creationId xmlns:a16="http://schemas.microsoft.com/office/drawing/2014/main" id="{12B47D1A-062F-4799-A161-962EB4582D0D}"/>
                  </a:ext>
                </a:extLst>
              </p:cNvPr>
              <p:cNvSpPr txBox="1"/>
              <p:nvPr/>
            </p:nvSpPr>
            <p:spPr>
              <a:xfrm>
                <a:off x="9566729" y="3526852"/>
                <a:ext cx="1785258" cy="726609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插入文本框</a:t>
                </a:r>
              </a:p>
            </p:txBody>
          </p:sp>
          <p:sp>
            <p:nvSpPr>
              <p:cNvPr id="47" name="Text5" descr="5bef5893-c3ba-4367-8950-6ea0b881d42c">
                <a:extLst>
                  <a:ext uri="{FF2B5EF4-FFF2-40B4-BE49-F238E27FC236}">
                    <a16:creationId xmlns:a16="http://schemas.microsoft.com/office/drawing/2014/main" id="{2ED1C704-77CA-BA35-E5ED-7D1F284604CB}"/>
                  </a:ext>
                </a:extLst>
              </p:cNvPr>
              <p:cNvSpPr txBox="1"/>
              <p:nvPr/>
            </p:nvSpPr>
            <p:spPr>
              <a:xfrm>
                <a:off x="9566729" y="4445657"/>
                <a:ext cx="1785258" cy="1536043"/>
              </a:xfrm>
              <a:prstGeom prst="rect">
                <a:avLst/>
              </a:prstGeom>
              <a:noFill/>
            </p:spPr>
            <p:txBody>
              <a:bodyPr vert="horz"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插入文本框后，可以在文档的任意位置输入文字，并自由调整其大小和位置，实现灵活的排版。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插入对象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209b288e-08fb-4dd4-aa76-a4b68b900cab.source.4.zh-Hans.pptx" descr="d02ccbd0-4c6c-4323-a7a7-5215cc2c0b22">
            <a:extLst>
              <a:ext uri="{FF2B5EF4-FFF2-40B4-BE49-F238E27FC236}">
                <a16:creationId xmlns:a16="http://schemas.microsoft.com/office/drawing/2014/main" id="{5F297852-8D51-3ECF-5688-44B9D764060C}"/>
              </a:ext>
            </a:extLst>
          </p:cNvPr>
          <p:cNvGrpSpPr/>
          <p:nvPr/>
        </p:nvGrpSpPr>
        <p:grpSpPr>
          <a:xfrm>
            <a:off x="660400" y="1130300"/>
            <a:ext cx="10858500" cy="5015635"/>
            <a:chOff x="660400" y="1130300"/>
            <a:chExt cx="10858500" cy="5015635"/>
          </a:xfrm>
        </p:grpSpPr>
        <p:sp>
          <p:nvSpPr>
            <p:cNvPr id="8" name="Title" descr="d95393ac-8d36-4ddf-8586-14d65d932daf">
              <a:extLst>
                <a:ext uri="{FF2B5EF4-FFF2-40B4-BE49-F238E27FC236}">
                  <a16:creationId xmlns:a16="http://schemas.microsoft.com/office/drawing/2014/main" id="{3844F5FF-0938-3FBD-F4D4-7D7DB63B6403}"/>
                </a:ext>
              </a:extLst>
            </p:cNvPr>
            <p:cNvSpPr>
              <a:spLocks/>
            </p:cNvSpPr>
            <p:nvPr/>
          </p:nvSpPr>
          <p:spPr>
            <a:xfrm>
              <a:off x="660400" y="1130300"/>
              <a:ext cx="10858500" cy="490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提升文档的专业度</a:t>
              </a:r>
            </a:p>
          </p:txBody>
        </p:sp>
        <p:grpSp>
          <p:nvGrpSpPr>
            <p:cNvPr id="7" name="组合 6" descr="4a2789f0-3a2a-4f55-a303-7c056c1a4061">
              <a:extLst>
                <a:ext uri="{FF2B5EF4-FFF2-40B4-BE49-F238E27FC236}">
                  <a16:creationId xmlns:a16="http://schemas.microsoft.com/office/drawing/2014/main" id="{1B3C87EA-C425-575D-1405-A61AA1240B9E}"/>
                </a:ext>
              </a:extLst>
            </p:cNvPr>
            <p:cNvGrpSpPr/>
            <p:nvPr/>
          </p:nvGrpSpPr>
          <p:grpSpPr>
            <a:xfrm>
              <a:off x="660400" y="1655179"/>
              <a:ext cx="5298964" cy="2102629"/>
              <a:chOff x="660400" y="1655179"/>
              <a:chExt cx="5298964" cy="2102629"/>
            </a:xfrm>
          </p:grpSpPr>
          <p:sp>
            <p:nvSpPr>
              <p:cNvPr id="6" name="ComponentBackground1" descr="3eaa1636-13ab-4ae8-ab1b-0eaf6f32ba77">
                <a:extLst>
                  <a:ext uri="{FF2B5EF4-FFF2-40B4-BE49-F238E27FC236}">
                    <a16:creationId xmlns:a16="http://schemas.microsoft.com/office/drawing/2014/main" id="{948AD202-2DE0-E849-BC6A-32A10C8D4113}"/>
                  </a:ext>
                </a:extLst>
              </p:cNvPr>
              <p:cNvSpPr/>
              <p:nvPr/>
            </p:nvSpPr>
            <p:spPr>
              <a:xfrm>
                <a:off x="663464" y="1655179"/>
                <a:ext cx="5295900" cy="2102629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3" name="Text1" descr="a0f2b49b-ff2b-461b-aaf3-c156f37b743b">
                <a:extLst>
                  <a:ext uri="{FF2B5EF4-FFF2-40B4-BE49-F238E27FC236}">
                    <a16:creationId xmlns:a16="http://schemas.microsoft.com/office/drawing/2014/main" id="{FD540982-1B08-2F15-3E97-020E2C98B1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2088337"/>
                <a:ext cx="4679693" cy="15687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预设了多种样式，如标题、正文等。为文本应用样式，能保持文档格式统一，提高编辑效率。 </a:t>
                </a:r>
              </a:p>
            </p:txBody>
          </p:sp>
          <p:sp>
            <p:nvSpPr>
              <p:cNvPr id="4" name="Bullet1" descr="9d875917-2514-478b-a5d6-319446c89f08">
                <a:extLst>
                  <a:ext uri="{FF2B5EF4-FFF2-40B4-BE49-F238E27FC236}">
                    <a16:creationId xmlns:a16="http://schemas.microsoft.com/office/drawing/2014/main" id="{0DD59E78-560C-0726-939B-A74C6AB055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1697384"/>
                <a:ext cx="4679693" cy="3909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样式的应用</a:t>
                </a:r>
              </a:p>
            </p:txBody>
          </p:sp>
          <p:sp>
            <p:nvSpPr>
              <p:cNvPr id="26" name="Number1" descr="638f3f54-c70d-4f1d-b83c-b325b7382a0f">
                <a:extLst>
                  <a:ext uri="{FF2B5EF4-FFF2-40B4-BE49-F238E27FC236}">
                    <a16:creationId xmlns:a16="http://schemas.microsoft.com/office/drawing/2014/main" id="{00E43E6E-210D-69E9-4F62-0D4B406754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id="9" name="组合 8" descr="89fcd61f-51db-4f32-ad7b-38951ff74f7a">
              <a:extLst>
                <a:ext uri="{FF2B5EF4-FFF2-40B4-BE49-F238E27FC236}">
                  <a16:creationId xmlns:a16="http://schemas.microsoft.com/office/drawing/2014/main" id="{F52F57A5-025E-6318-0494-80ECB93C96CB}"/>
                </a:ext>
              </a:extLst>
            </p:cNvPr>
            <p:cNvGrpSpPr/>
            <p:nvPr/>
          </p:nvGrpSpPr>
          <p:grpSpPr>
            <a:xfrm>
              <a:off x="660400" y="4043306"/>
              <a:ext cx="5298964" cy="2102629"/>
              <a:chOff x="660400" y="2791234"/>
              <a:chExt cx="5298964" cy="2102629"/>
            </a:xfrm>
          </p:grpSpPr>
          <p:sp>
            <p:nvSpPr>
              <p:cNvPr id="146" name="ComponentBackground2" descr="970601cc-1fae-4d05-b4f2-0b74e1c1aa51">
                <a:extLst>
                  <a:ext uri="{FF2B5EF4-FFF2-40B4-BE49-F238E27FC236}">
                    <a16:creationId xmlns:a16="http://schemas.microsoft.com/office/drawing/2014/main" id="{8909AC97-8F53-5A29-5572-5B0F3110732F}"/>
                  </a:ext>
                </a:extLst>
              </p:cNvPr>
              <p:cNvSpPr/>
              <p:nvPr/>
            </p:nvSpPr>
            <p:spPr>
              <a:xfrm>
                <a:off x="663464" y="2791234"/>
                <a:ext cx="5295900" cy="2102629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48" name="Text2" descr="6ddb3d62-dd94-44ce-b5ec-e01371c16052">
                <a:extLst>
                  <a:ext uri="{FF2B5EF4-FFF2-40B4-BE49-F238E27FC236}">
                    <a16:creationId xmlns:a16="http://schemas.microsoft.com/office/drawing/2014/main" id="{2EAE341D-BBAC-BF1A-E5D1-3B240E72DE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3224392"/>
                <a:ext cx="4679693" cy="15687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若预设样式不满足需求，可根据需要创建新样式。设置好字体、段落等格式后，保存为新样式即可。 </a:t>
                </a:r>
              </a:p>
            </p:txBody>
          </p:sp>
          <p:sp>
            <p:nvSpPr>
              <p:cNvPr id="149" name="Bullet2" descr="ab76575f-dc8d-484a-8906-17ec117d80a2">
                <a:extLst>
                  <a:ext uri="{FF2B5EF4-FFF2-40B4-BE49-F238E27FC236}">
                    <a16:creationId xmlns:a16="http://schemas.microsoft.com/office/drawing/2014/main" id="{06344DDE-9418-B2BB-B925-9FDCA199E3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2833439"/>
                <a:ext cx="4679693" cy="3909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创建新样式</a:t>
                </a:r>
              </a:p>
            </p:txBody>
          </p:sp>
          <p:sp>
            <p:nvSpPr>
              <p:cNvPr id="145" name="Number2" descr="f303e7da-6bdc-453a-bca9-ddd489067c10">
                <a:extLst>
                  <a:ext uri="{FF2B5EF4-FFF2-40B4-BE49-F238E27FC236}">
                    <a16:creationId xmlns:a16="http://schemas.microsoft.com/office/drawing/2014/main" id="{DFDFB305-DFB6-0644-071D-D187B34FF7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2793405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11" name="组合 10" descr="f7e60458-f251-4d0d-8457-1ba5d97f22b9">
              <a:extLst>
                <a:ext uri="{FF2B5EF4-FFF2-40B4-BE49-F238E27FC236}">
                  <a16:creationId xmlns:a16="http://schemas.microsoft.com/office/drawing/2014/main" id="{4F33A30E-F656-1064-54B5-630A77405E34}"/>
                </a:ext>
              </a:extLst>
            </p:cNvPr>
            <p:cNvGrpSpPr/>
            <p:nvPr/>
          </p:nvGrpSpPr>
          <p:grpSpPr>
            <a:xfrm>
              <a:off x="6219936" y="1655179"/>
              <a:ext cx="5298964" cy="2102629"/>
              <a:chOff x="660400" y="5063345"/>
              <a:chExt cx="5298964" cy="2102629"/>
            </a:xfrm>
          </p:grpSpPr>
          <p:sp>
            <p:nvSpPr>
              <p:cNvPr id="174" name="ComponentBackground3" descr="7a00ad8e-5e97-48a4-b9b9-2393f7375246">
                <a:extLst>
                  <a:ext uri="{FF2B5EF4-FFF2-40B4-BE49-F238E27FC236}">
                    <a16:creationId xmlns:a16="http://schemas.microsoft.com/office/drawing/2014/main" id="{45601CBE-FD43-6DD9-DC5F-0413C221D575}"/>
                  </a:ext>
                </a:extLst>
              </p:cNvPr>
              <p:cNvSpPr/>
              <p:nvPr/>
            </p:nvSpPr>
            <p:spPr>
              <a:xfrm>
                <a:off x="663464" y="5063345"/>
                <a:ext cx="5295900" cy="2102629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76" name="Text3" descr="7d9f8af8-ccfc-431d-8aea-f57934ba74ba">
                <a:extLst>
                  <a:ext uri="{FF2B5EF4-FFF2-40B4-BE49-F238E27FC236}">
                    <a16:creationId xmlns:a16="http://schemas.microsoft.com/office/drawing/2014/main" id="{9D759130-4B59-0B10-FE95-C5FA9AD6A2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5496503"/>
                <a:ext cx="4679693" cy="15687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使用模板可以快速创建具有特定格式和内容的文档。在“文件”菜单的“新建”中，可选择各种模板。 </a:t>
                </a:r>
              </a:p>
            </p:txBody>
          </p:sp>
          <p:sp>
            <p:nvSpPr>
              <p:cNvPr id="177" name="Bullet3" descr="3bac6ff9-576b-44b2-85ad-f60e31c2aa9e">
                <a:extLst>
                  <a:ext uri="{FF2B5EF4-FFF2-40B4-BE49-F238E27FC236}">
                    <a16:creationId xmlns:a16="http://schemas.microsoft.com/office/drawing/2014/main" id="{DB352ECE-1564-710A-FEE5-5F260E9E7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2157" y="5105550"/>
                <a:ext cx="4679693" cy="3909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模板的使用</a:t>
                </a:r>
              </a:p>
            </p:txBody>
          </p:sp>
          <p:sp>
            <p:nvSpPr>
              <p:cNvPr id="173" name="Number3" descr="9cf12e94-2cd3-4e81-980b-39036071b959">
                <a:extLst>
                  <a:ext uri="{FF2B5EF4-FFF2-40B4-BE49-F238E27FC236}">
                    <a16:creationId xmlns:a16="http://schemas.microsoft.com/office/drawing/2014/main" id="{C1145F05-374F-33B6-AAEF-84E9164B8D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400" y="5065516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id="12" name="组合 11" descr="3e8f2916-adf5-4641-a3c5-309ff69b1a33">
              <a:extLst>
                <a:ext uri="{FF2B5EF4-FFF2-40B4-BE49-F238E27FC236}">
                  <a16:creationId xmlns:a16="http://schemas.microsoft.com/office/drawing/2014/main" id="{7109D5D2-6FD1-C215-6D8E-BDF7D43A6AB0}"/>
                </a:ext>
              </a:extLst>
            </p:cNvPr>
            <p:cNvGrpSpPr/>
            <p:nvPr/>
          </p:nvGrpSpPr>
          <p:grpSpPr>
            <a:xfrm>
              <a:off x="6219936" y="4043306"/>
              <a:ext cx="5298964" cy="2102629"/>
              <a:chOff x="6219936" y="1655179"/>
              <a:chExt cx="5298964" cy="2102629"/>
            </a:xfrm>
          </p:grpSpPr>
          <p:sp>
            <p:nvSpPr>
              <p:cNvPr id="181" name="ComponentBackground4" descr="e36468e2-4862-4922-ae46-ed6e4bfcd7f6">
                <a:extLst>
                  <a:ext uri="{FF2B5EF4-FFF2-40B4-BE49-F238E27FC236}">
                    <a16:creationId xmlns:a16="http://schemas.microsoft.com/office/drawing/2014/main" id="{FEAC2597-B15B-AEEA-C324-E7816D348751}"/>
                  </a:ext>
                </a:extLst>
              </p:cNvPr>
              <p:cNvSpPr/>
              <p:nvPr/>
            </p:nvSpPr>
            <p:spPr>
              <a:xfrm>
                <a:off x="6223000" y="1655179"/>
                <a:ext cx="5295900" cy="2102629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83" name="Text4" descr="fc4ff97e-8019-47ee-95c0-de420420220e">
                <a:extLst>
                  <a:ext uri="{FF2B5EF4-FFF2-40B4-BE49-F238E27FC236}">
                    <a16:creationId xmlns:a16="http://schemas.microsoft.com/office/drawing/2014/main" id="{EBDEB59B-87B5-E193-A89E-662246E466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91693" y="2088337"/>
                <a:ext cx="4679693" cy="15687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可以对模板进行修改，添加自己的内容和格式。修改后保存为模板，方便以后重复使用。 </a:t>
                </a:r>
              </a:p>
            </p:txBody>
          </p:sp>
          <p:sp>
            <p:nvSpPr>
              <p:cNvPr id="184" name="Bullet4" descr="3aac06fa-79d3-4e03-b98b-542326a3b5d1">
                <a:extLst>
                  <a:ext uri="{FF2B5EF4-FFF2-40B4-BE49-F238E27FC236}">
                    <a16:creationId xmlns:a16="http://schemas.microsoft.com/office/drawing/2014/main" id="{01DBDEF3-1CAC-5CA4-0F8D-667A7F0C6A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91693" y="1697384"/>
                <a:ext cx="4679693" cy="3909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修改模板</a:t>
                </a:r>
              </a:p>
            </p:txBody>
          </p:sp>
          <p:sp>
            <p:nvSpPr>
              <p:cNvPr id="180" name="Number4" descr="a2ed756a-85b4-4305-aeb5-1cfc42dfef43">
                <a:extLst>
                  <a:ext uri="{FF2B5EF4-FFF2-40B4-BE49-F238E27FC236}">
                    <a16:creationId xmlns:a16="http://schemas.microsoft.com/office/drawing/2014/main" id="{4BE78D59-FE96-3909-F9DA-6B6C79B3701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19936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样式与模板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/>
              </a:rPr>
              <a:t>Excel数据处理</a:t>
            </a: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驾驭Excel，成为数据处理高手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300e0c0b-0462-4a6b-95cd-3a67c6baf2bd.source.4.zh-Hans.pptx" descr="b042953c-890b-4705-9635-f33f6cf40eeb">
            <a:extLst>
              <a:ext uri="{FF2B5EF4-FFF2-40B4-BE49-F238E27FC236}">
                <a16:creationId xmlns:a16="http://schemas.microsoft.com/office/drawing/2014/main" id="{28996C93-D295-A198-2416-DCFB1AB8F9F3}"/>
              </a:ext>
            </a:extLst>
          </p:cNvPr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Title" descr="4222b8a9-92d5-40de-b978-52687533de1f">
              <a:extLst>
                <a:ext uri="{FF2B5EF4-FFF2-40B4-BE49-F238E27FC236}">
                  <a16:creationId xmlns:a16="http://schemas.microsoft.com/office/drawing/2014/main" id="{B3F6BA65-FA2D-F774-5A2D-2C0DEB1A50E9}"/>
                </a:ext>
              </a:extLst>
            </p:cNvPr>
            <p:cNvSpPr txBox="1"/>
            <p:nvPr/>
          </p:nvSpPr>
          <p:spPr>
            <a:xfrm>
              <a:off x="660400" y="1130301"/>
              <a:ext cx="2573454" cy="2181612"/>
            </a:xfrm>
            <a:prstGeom prst="roundRect">
              <a:avLst>
                <a:gd name="adj" fmla="val 6882"/>
              </a:avLst>
            </a:prstGeom>
            <a:solidFill>
              <a:schemeClr val="tx1">
                <a:alpha val="5000"/>
              </a:schemeClr>
            </a:solidFill>
          </p:spPr>
          <p:txBody>
            <a:bodyPr wrap="square" lIns="90000" tIns="46800" rIns="90000" bIns="46800" rtlCol="0" anchor="ctr" anchorCtr="0">
              <a:normAutofit/>
            </a:bodyPr>
            <a:lstStyle>
              <a:defPPr>
                <a:defRPr lang="zh-CN"/>
              </a:defPPr>
              <a:lvl1pPr>
                <a:defRPr sz="2400" b="1">
                  <a:cs typeface="+mn-ea"/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认识Excel的基本构成</a:t>
              </a:r>
            </a:p>
          </p:txBody>
        </p:sp>
        <p:cxnSp>
          <p:nvCxnSpPr>
            <p:cNvPr id="7" name="直接连接符 6" descr="198ac6fc-f923-4186-b8f8-1cc7f5c9d3dc">
              <a:extLst>
                <a:ext uri="{FF2B5EF4-FFF2-40B4-BE49-F238E27FC236}">
                  <a16:creationId xmlns:a16="http://schemas.microsoft.com/office/drawing/2014/main" id="{D3DB825D-FAC7-9E62-7F36-B6FE6D7B716A}"/>
                </a:ext>
              </a:extLst>
            </p:cNvPr>
            <p:cNvCxnSpPr>
              <a:cxnSpLocks/>
              <a:stCxn id="40" idx="4"/>
              <a:endCxn id="6" idx="4"/>
            </p:cNvCxnSpPr>
            <p:nvPr/>
          </p:nvCxnSpPr>
          <p:spPr>
            <a:xfrm>
              <a:off x="3625852" y="1628097"/>
              <a:ext cx="0" cy="2496961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 descr="52a5e553-af79-4b45-bebd-e5a40b205cd6">
              <a:extLst>
                <a:ext uri="{FF2B5EF4-FFF2-40B4-BE49-F238E27FC236}">
                  <a16:creationId xmlns:a16="http://schemas.microsoft.com/office/drawing/2014/main" id="{B4C606D5-0425-D2B3-D8FB-91460BC75DE5}"/>
                </a:ext>
              </a:extLst>
            </p:cNvPr>
            <p:cNvCxnSpPr>
              <a:cxnSpLocks/>
              <a:stCxn id="68" idx="4"/>
              <a:endCxn id="63" idx="4"/>
            </p:cNvCxnSpPr>
            <p:nvPr/>
          </p:nvCxnSpPr>
          <p:spPr>
            <a:xfrm>
              <a:off x="7941064" y="1628097"/>
              <a:ext cx="0" cy="2496961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afb10e81-db44-4c30-893f-cc170c80a7e8">
              <a:extLst>
                <a:ext uri="{FF2B5EF4-FFF2-40B4-BE49-F238E27FC236}">
                  <a16:creationId xmlns:a16="http://schemas.microsoft.com/office/drawing/2014/main" id="{D133F9FE-87F4-AA82-47D7-6EEDE1AA7360}"/>
                </a:ext>
              </a:extLst>
            </p:cNvPr>
            <p:cNvGrpSpPr/>
            <p:nvPr/>
          </p:nvGrpSpPr>
          <p:grpSpPr>
            <a:xfrm>
              <a:off x="3403298" y="1183481"/>
              <a:ext cx="3800390" cy="2453658"/>
              <a:chOff x="3403298" y="1183481"/>
              <a:chExt cx="3800390" cy="2453658"/>
            </a:xfrm>
          </p:grpSpPr>
          <p:sp>
            <p:nvSpPr>
              <p:cNvPr id="42" name="Text1" descr="a7656dee-deb6-4ee5-ab26-70cbe29065a4">
                <a:extLst>
                  <a:ext uri="{FF2B5EF4-FFF2-40B4-BE49-F238E27FC236}">
                    <a16:creationId xmlns:a16="http://schemas.microsoft.com/office/drawing/2014/main" id="{CCD43F10-BF87-52C5-8C28-7190D71A52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8" y="1628096"/>
                <a:ext cx="3313189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工作簿是Excel文件的基本单位，它由一个或多个工作表组成，用于存储和管理数据。 </a:t>
                </a:r>
              </a:p>
            </p:txBody>
          </p:sp>
          <p:sp>
            <p:nvSpPr>
              <p:cNvPr id="43" name="Bullet1" descr="581a2ead-3639-43d1-81ba-09a3345488d2">
                <a:extLst>
                  <a:ext uri="{FF2B5EF4-FFF2-40B4-BE49-F238E27FC236}">
                    <a16:creationId xmlns:a16="http://schemas.microsoft.com/office/drawing/2014/main" id="{B8DA7FBA-59FC-402A-C9B7-187EE5249B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9" y="1183481"/>
                <a:ext cx="3313189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工作簿的概念</a:t>
                </a:r>
              </a:p>
            </p:txBody>
          </p:sp>
          <p:sp>
            <p:nvSpPr>
              <p:cNvPr id="40" name="Number1" descr="a02ff924-9d29-42a2-92bd-9f89e1ef113d">
                <a:extLst>
                  <a:ext uri="{FF2B5EF4-FFF2-40B4-BE49-F238E27FC236}">
                    <a16:creationId xmlns:a16="http://schemas.microsoft.com/office/drawing/2014/main" id="{F7B28218-31C8-8E8E-3065-FA1EAC4987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id="11" name="组合 10" descr="5d471b83-c26a-411e-af12-747b5c5ad7d0">
              <a:extLst>
                <a:ext uri="{FF2B5EF4-FFF2-40B4-BE49-F238E27FC236}">
                  <a16:creationId xmlns:a16="http://schemas.microsoft.com/office/drawing/2014/main" id="{A73121B1-5016-AFB7-CDC9-10C8E91E07F2}"/>
                </a:ext>
              </a:extLst>
            </p:cNvPr>
            <p:cNvGrpSpPr/>
            <p:nvPr/>
          </p:nvGrpSpPr>
          <p:grpSpPr>
            <a:xfrm>
              <a:off x="3403298" y="3680442"/>
              <a:ext cx="3800390" cy="2453658"/>
              <a:chOff x="3403298" y="2454892"/>
              <a:chExt cx="3800390" cy="2453658"/>
            </a:xfrm>
          </p:grpSpPr>
          <p:sp>
            <p:nvSpPr>
              <p:cNvPr id="10" name="Text2" descr="f9206a94-1104-4ced-b81a-6cb162ce8bc2">
                <a:extLst>
                  <a:ext uri="{FF2B5EF4-FFF2-40B4-BE49-F238E27FC236}">
                    <a16:creationId xmlns:a16="http://schemas.microsoft.com/office/drawing/2014/main" id="{6B08DF65-3C97-F831-59FB-D4D66CCFEE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8" y="2899507"/>
                <a:ext cx="3313189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可以在工作簿中新建、删除、重命名工作表，还可调整工作表的顺序，方便对数据进行分类管理。 </a:t>
                </a:r>
              </a:p>
            </p:txBody>
          </p:sp>
          <p:sp>
            <p:nvSpPr>
              <p:cNvPr id="12" name="Bullet2" descr="79ffe5ef-61ec-4b13-b859-83b7a4a37f9c">
                <a:extLst>
                  <a:ext uri="{FF2B5EF4-FFF2-40B4-BE49-F238E27FC236}">
                    <a16:creationId xmlns:a16="http://schemas.microsoft.com/office/drawing/2014/main" id="{4B881251-FB83-A834-FBCD-8393F8E866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0499" y="2454892"/>
                <a:ext cx="3313189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工作表的管理</a:t>
                </a:r>
              </a:p>
            </p:txBody>
          </p:sp>
          <p:sp>
            <p:nvSpPr>
              <p:cNvPr id="6" name="Number2" descr="cfb7ef62-39d0-4d51-9acb-1541cf8b33d6">
                <a:extLst>
                  <a:ext uri="{FF2B5EF4-FFF2-40B4-BE49-F238E27FC236}">
                    <a16:creationId xmlns:a16="http://schemas.microsoft.com/office/drawing/2014/main" id="{637BF54B-FDF3-2FC8-E488-78FDFF5FB3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03298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16" name="组合 15" descr="94f8a13b-2af4-4fa3-b95b-2e3b1f9f403c">
              <a:extLst>
                <a:ext uri="{FF2B5EF4-FFF2-40B4-BE49-F238E27FC236}">
                  <a16:creationId xmlns:a16="http://schemas.microsoft.com/office/drawing/2014/main" id="{590D0403-65B6-A517-8D56-7B496D9C225D}"/>
                </a:ext>
              </a:extLst>
            </p:cNvPr>
            <p:cNvGrpSpPr/>
            <p:nvPr/>
          </p:nvGrpSpPr>
          <p:grpSpPr>
            <a:xfrm>
              <a:off x="7718510" y="1183481"/>
              <a:ext cx="3800390" cy="2453658"/>
              <a:chOff x="7718510" y="1183481"/>
              <a:chExt cx="3800390" cy="2453658"/>
            </a:xfrm>
          </p:grpSpPr>
          <p:sp>
            <p:nvSpPr>
              <p:cNvPr id="70" name="Text3" descr="30ccdf57-dce4-458b-9e5b-24b901d0dade">
                <a:extLst>
                  <a:ext uri="{FF2B5EF4-FFF2-40B4-BE49-F238E27FC236}">
                    <a16:creationId xmlns:a16="http://schemas.microsoft.com/office/drawing/2014/main" id="{5FD7B9AF-1A3C-2C3C-73C0-EA39DBE1A1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5710" y="1628096"/>
                <a:ext cx="3313189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单元格是Excel的最小单位。可对其进行选中、合并、拆分等操作，以便输入和编辑数据。 </a:t>
                </a:r>
              </a:p>
            </p:txBody>
          </p:sp>
          <p:sp>
            <p:nvSpPr>
              <p:cNvPr id="71" name="Bullet3" descr="0818704e-70c3-4451-9aee-ddbc353276c2">
                <a:extLst>
                  <a:ext uri="{FF2B5EF4-FFF2-40B4-BE49-F238E27FC236}">
                    <a16:creationId xmlns:a16="http://schemas.microsoft.com/office/drawing/2014/main" id="{E5A1F88D-D36D-7066-BB26-5314E27A8C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5711" y="1183481"/>
                <a:ext cx="3313189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单元格的基本操作</a:t>
                </a:r>
              </a:p>
            </p:txBody>
          </p:sp>
          <p:sp>
            <p:nvSpPr>
              <p:cNvPr id="68" name="Number3" descr="a7fe5aed-a2b9-4544-87d8-80f6e612d793">
                <a:extLst>
                  <a:ext uri="{FF2B5EF4-FFF2-40B4-BE49-F238E27FC236}">
                    <a16:creationId xmlns:a16="http://schemas.microsoft.com/office/drawing/2014/main" id="{86F01227-1B74-626B-2943-E5D1949AFB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18510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id="17" name="组合 16" descr="addee604-1bda-4d7f-a905-24fee6c44839">
              <a:extLst>
                <a:ext uri="{FF2B5EF4-FFF2-40B4-BE49-F238E27FC236}">
                  <a16:creationId xmlns:a16="http://schemas.microsoft.com/office/drawing/2014/main" id="{A6916901-ACB6-8790-D31E-0C8E077241B6}"/>
                </a:ext>
              </a:extLst>
            </p:cNvPr>
            <p:cNvGrpSpPr/>
            <p:nvPr/>
          </p:nvGrpSpPr>
          <p:grpSpPr>
            <a:xfrm>
              <a:off x="7718510" y="3680442"/>
              <a:ext cx="3800390" cy="2453658"/>
              <a:chOff x="7718510" y="2454892"/>
              <a:chExt cx="3800390" cy="2453658"/>
            </a:xfrm>
          </p:grpSpPr>
          <p:sp>
            <p:nvSpPr>
              <p:cNvPr id="65" name="Text4" descr="d46fcf5b-d965-4743-8216-cb83bbbe16ea">
                <a:extLst>
                  <a:ext uri="{FF2B5EF4-FFF2-40B4-BE49-F238E27FC236}">
                    <a16:creationId xmlns:a16="http://schemas.microsoft.com/office/drawing/2014/main" id="{0EE46ABB-D923-5285-9E4E-D0073B9BB2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5710" y="2899507"/>
                <a:ext cx="3313189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编辑完成后，要及时保存工作簿。点击“文件”菜单的“保存”或“另存为”，也可选择关闭工作簿。 </a:t>
                </a:r>
              </a:p>
            </p:txBody>
          </p:sp>
          <p:sp>
            <p:nvSpPr>
              <p:cNvPr id="66" name="Bullet4" descr="f5d654d8-13f0-47d0-b2a0-fa9d8ad4dc0b">
                <a:extLst>
                  <a:ext uri="{FF2B5EF4-FFF2-40B4-BE49-F238E27FC236}">
                    <a16:creationId xmlns:a16="http://schemas.microsoft.com/office/drawing/2014/main" id="{B2531F04-F6BB-D269-C71B-A020206C62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5711" y="2454892"/>
                <a:ext cx="3313189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工作簿的保存与关闭</a:t>
                </a:r>
              </a:p>
            </p:txBody>
          </p:sp>
          <p:sp>
            <p:nvSpPr>
              <p:cNvPr id="63" name="Number4" descr="78714628-8273-41ac-9965-6ab41372dcec">
                <a:extLst>
                  <a:ext uri="{FF2B5EF4-FFF2-40B4-BE49-F238E27FC236}">
                    <a16:creationId xmlns:a16="http://schemas.microsoft.com/office/drawing/2014/main" id="{8CD0A016-92C0-C044-6FB6-AF52B3A289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18510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工作簿与工作表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419e83ff-7be7-430f-baa8-f0e118fff6c6.source.4.zh-Hans.pptx" descr="1a85f692-8ac3-4b4f-9914-4294cc0bbfb2">
            <a:extLst>
              <a:ext uri="{FF2B5EF4-FFF2-40B4-BE49-F238E27FC236}">
                <a16:creationId xmlns:a16="http://schemas.microsoft.com/office/drawing/2014/main" id="{C3C80162-BE90-1145-33E3-6B3773986240}"/>
              </a:ext>
            </a:extLst>
          </p:cNvPr>
          <p:cNvGrpSpPr/>
          <p:nvPr/>
        </p:nvGrpSpPr>
        <p:grpSpPr>
          <a:xfrm>
            <a:off x="660400" y="1130300"/>
            <a:ext cx="10868957" cy="4361409"/>
            <a:chOff x="660400" y="1130300"/>
            <a:chExt cx="10868957" cy="4361409"/>
          </a:xfrm>
        </p:grpSpPr>
        <p:cxnSp>
          <p:nvCxnSpPr>
            <p:cNvPr id="11" name="ïṣliḋê" descr="82cd1fd8-c399-45b3-914c-9751c8a6174c">
              <a:extLst>
                <a:ext uri="{FF2B5EF4-FFF2-40B4-BE49-F238E27FC236}">
                  <a16:creationId xmlns:a16="http://schemas.microsoft.com/office/drawing/2014/main" id="{6A2B0728-31E9-48D8-9860-E2C03560ADAA}"/>
                </a:ext>
              </a:extLst>
            </p:cNvPr>
            <p:cNvCxnSpPr>
              <a:cxnSpLocks/>
            </p:cNvCxnSpPr>
            <p:nvPr/>
          </p:nvCxnSpPr>
          <p:spPr>
            <a:xfrm>
              <a:off x="662643" y="2184573"/>
              <a:ext cx="10866714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itle" descr="8894eb5f-bb77-4b1b-bd1e-0a0f48517b65">
              <a:extLst>
                <a:ext uri="{FF2B5EF4-FFF2-40B4-BE49-F238E27FC236}">
                  <a16:creationId xmlns:a16="http://schemas.microsoft.com/office/drawing/2014/main" id="{8CDC32FC-D6B9-2901-EA3F-7B7061B5E7C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准确录入和修改数据</a:t>
              </a:r>
            </a:p>
          </p:txBody>
        </p:sp>
        <p:grpSp>
          <p:nvGrpSpPr>
            <p:cNvPr id="30" name="组合 29" descr="03ab3d5a-191b-4955-a0d7-40d434af2e7f">
              <a:extLst>
                <a:ext uri="{FF2B5EF4-FFF2-40B4-BE49-F238E27FC236}">
                  <a16:creationId xmlns:a16="http://schemas.microsoft.com/office/drawing/2014/main" id="{BD26155E-1E5C-0ADC-8640-47F89ACF3B03}"/>
                </a:ext>
              </a:extLst>
            </p:cNvPr>
            <p:cNvGrpSpPr/>
            <p:nvPr/>
          </p:nvGrpSpPr>
          <p:grpSpPr>
            <a:xfrm>
              <a:off x="660400" y="2698595"/>
              <a:ext cx="2524219" cy="2793114"/>
              <a:chOff x="660400" y="2698595"/>
              <a:chExt cx="2524219" cy="2793114"/>
            </a:xfrm>
          </p:grpSpPr>
          <p:sp>
            <p:nvSpPr>
              <p:cNvPr id="6" name="Number1" descr="440a7408-d5c5-415b-a3a0-7248581f349b">
                <a:extLst>
                  <a:ext uri="{FF2B5EF4-FFF2-40B4-BE49-F238E27FC236}">
                    <a16:creationId xmlns:a16="http://schemas.microsoft.com/office/drawing/2014/main" id="{D2394BCA-6E25-40C8-97D9-63251CF74DC7}"/>
                  </a:ext>
                </a:extLst>
              </p:cNvPr>
              <p:cNvSpPr/>
              <p:nvPr/>
            </p:nvSpPr>
            <p:spPr bwMode="auto">
              <a:xfrm>
                <a:off x="779731" y="5015683"/>
                <a:ext cx="2039905" cy="476026"/>
              </a:xfrm>
              <a:prstGeom prst="homePlate">
                <a:avLst>
                  <a:gd name="adj" fmla="val 93352"/>
                </a:avLst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21" name="Text1" descr="c26ac562-7bd6-415a-b4a6-89609eb10ace">
                <a:extLst>
                  <a:ext uri="{FF2B5EF4-FFF2-40B4-BE49-F238E27FC236}">
                    <a16:creationId xmlns:a16="http://schemas.microsoft.com/office/drawing/2014/main" id="{C1A15E8E-825C-4998-ABE3-BA285F4A22F4}"/>
                  </a:ext>
                </a:extLst>
              </p:cNvPr>
              <p:cNvSpPr/>
              <p:nvPr/>
            </p:nvSpPr>
            <p:spPr bwMode="auto">
              <a:xfrm>
                <a:off x="660400" y="3292952"/>
                <a:ext cx="2524219" cy="127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在单元格中可直接输入文本、数字、日期等数据。按Enter键或方向键可移动到下一个单元格继续输入。 </a:t>
                </a:r>
              </a:p>
            </p:txBody>
          </p:sp>
          <p:sp>
            <p:nvSpPr>
              <p:cNvPr id="22" name="Bullet1" descr="2f60305b-8642-4ffb-a109-3c235e5fee6e">
                <a:extLst>
                  <a:ext uri="{FF2B5EF4-FFF2-40B4-BE49-F238E27FC236}">
                    <a16:creationId xmlns:a16="http://schemas.microsoft.com/office/drawing/2014/main" id="{42DD44EC-BE59-40C0-9C4F-619FDA1C5DA3}"/>
                  </a:ext>
                </a:extLst>
              </p:cNvPr>
              <p:cNvSpPr txBox="1"/>
              <p:nvPr/>
            </p:nvSpPr>
            <p:spPr bwMode="auto">
              <a:xfrm>
                <a:off x="660400" y="2698595"/>
                <a:ext cx="2524219" cy="594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数据的输入</a:t>
                </a:r>
              </a:p>
            </p:txBody>
          </p:sp>
        </p:grpSp>
        <p:grpSp>
          <p:nvGrpSpPr>
            <p:cNvPr id="31" name="组合 30" descr="c4c8bae9-b91e-44e0-bee5-cef05a5b4557">
              <a:extLst>
                <a:ext uri="{FF2B5EF4-FFF2-40B4-BE49-F238E27FC236}">
                  <a16:creationId xmlns:a16="http://schemas.microsoft.com/office/drawing/2014/main" id="{C625E519-8EF8-6778-4481-600173FCE8B8}"/>
                </a:ext>
              </a:extLst>
            </p:cNvPr>
            <p:cNvGrpSpPr/>
            <p:nvPr/>
          </p:nvGrpSpPr>
          <p:grpSpPr>
            <a:xfrm>
              <a:off x="3438494" y="2698595"/>
              <a:ext cx="2524219" cy="2793114"/>
              <a:chOff x="3438494" y="2698595"/>
              <a:chExt cx="2524219" cy="2793114"/>
            </a:xfrm>
          </p:grpSpPr>
          <p:sp>
            <p:nvSpPr>
              <p:cNvPr id="19" name="Text2" descr="bb0dce9b-9f70-4ca0-8121-01b8c9623262">
                <a:extLst>
                  <a:ext uri="{FF2B5EF4-FFF2-40B4-BE49-F238E27FC236}">
                    <a16:creationId xmlns:a16="http://schemas.microsoft.com/office/drawing/2014/main" id="{B68D85D8-85D4-412C-BDDC-10798CC2015F}"/>
                  </a:ext>
                </a:extLst>
              </p:cNvPr>
              <p:cNvSpPr/>
              <p:nvPr/>
            </p:nvSpPr>
            <p:spPr bwMode="auto">
              <a:xfrm>
                <a:off x="3438494" y="3292952"/>
                <a:ext cx="2524219" cy="127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利用填充功能，可快速输入有规律的数据。如序列、日期等，提高输入效率。 </a:t>
                </a:r>
              </a:p>
            </p:txBody>
          </p:sp>
          <p:sp>
            <p:nvSpPr>
              <p:cNvPr id="20" name="Bullet2" descr="9398fede-8fc9-4fc0-add8-401b710e5f50">
                <a:extLst>
                  <a:ext uri="{FF2B5EF4-FFF2-40B4-BE49-F238E27FC236}">
                    <a16:creationId xmlns:a16="http://schemas.microsoft.com/office/drawing/2014/main" id="{16723F17-1359-4DB6-89B4-36F313AC3C78}"/>
                  </a:ext>
                </a:extLst>
              </p:cNvPr>
              <p:cNvSpPr txBox="1"/>
              <p:nvPr/>
            </p:nvSpPr>
            <p:spPr bwMode="auto">
              <a:xfrm>
                <a:off x="3438494" y="2698595"/>
                <a:ext cx="2524219" cy="594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数据的填充</a:t>
                </a:r>
              </a:p>
            </p:txBody>
          </p:sp>
          <p:sp>
            <p:nvSpPr>
              <p:cNvPr id="12" name="Number2" descr="007aca62-d7cc-4b3e-bdcd-cf1e83772318">
                <a:extLst>
                  <a:ext uri="{FF2B5EF4-FFF2-40B4-BE49-F238E27FC236}">
                    <a16:creationId xmlns:a16="http://schemas.microsoft.com/office/drawing/2014/main" id="{F3799D99-D613-46A1-9D31-9DB46E523D6A}"/>
                  </a:ext>
                </a:extLst>
              </p:cNvPr>
              <p:cNvSpPr/>
              <p:nvPr/>
            </p:nvSpPr>
            <p:spPr bwMode="auto">
              <a:xfrm>
                <a:off x="3558391" y="5015683"/>
                <a:ext cx="2039905" cy="476026"/>
              </a:xfrm>
              <a:prstGeom prst="chevron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id="32" name="组合 31" descr="3bf9cb40-2c0c-427d-9e92-e843688626ab">
              <a:extLst>
                <a:ext uri="{FF2B5EF4-FFF2-40B4-BE49-F238E27FC236}">
                  <a16:creationId xmlns:a16="http://schemas.microsoft.com/office/drawing/2014/main" id="{2DA16FF4-B83B-12B5-EDFF-8EF992AD62F2}"/>
                </a:ext>
              </a:extLst>
            </p:cNvPr>
            <p:cNvGrpSpPr/>
            <p:nvPr/>
          </p:nvGrpSpPr>
          <p:grpSpPr>
            <a:xfrm>
              <a:off x="6216588" y="2698595"/>
              <a:ext cx="2524219" cy="2793114"/>
              <a:chOff x="6216588" y="2698595"/>
              <a:chExt cx="2524219" cy="2793114"/>
            </a:xfrm>
          </p:grpSpPr>
          <p:sp>
            <p:nvSpPr>
              <p:cNvPr id="17" name="Text3" descr="423f51f9-8ab3-428c-9f73-7111b9990759">
                <a:extLst>
                  <a:ext uri="{FF2B5EF4-FFF2-40B4-BE49-F238E27FC236}">
                    <a16:creationId xmlns:a16="http://schemas.microsoft.com/office/drawing/2014/main" id="{D8FAE350-A6C4-40A3-95CD-00255B9DB8DC}"/>
                  </a:ext>
                </a:extLst>
              </p:cNvPr>
              <p:cNvSpPr/>
              <p:nvPr/>
            </p:nvSpPr>
            <p:spPr bwMode="auto">
              <a:xfrm>
                <a:off x="6216588" y="3292952"/>
                <a:ext cx="2524219" cy="127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双击单元格或选中后直接在编辑栏中修改数据。也可清除单元格内容或格式，灵活调整数据。 </a:t>
                </a:r>
              </a:p>
            </p:txBody>
          </p:sp>
          <p:sp>
            <p:nvSpPr>
              <p:cNvPr id="18" name="Bullet3" descr="fcb06e2e-d76e-4299-bc5b-df29d143a0db">
                <a:extLst>
                  <a:ext uri="{FF2B5EF4-FFF2-40B4-BE49-F238E27FC236}">
                    <a16:creationId xmlns:a16="http://schemas.microsoft.com/office/drawing/2014/main" id="{B6B0094D-E0FA-47CC-BE83-CB22B2B76FE6}"/>
                  </a:ext>
                </a:extLst>
              </p:cNvPr>
              <p:cNvSpPr txBox="1"/>
              <p:nvPr/>
            </p:nvSpPr>
            <p:spPr bwMode="auto">
              <a:xfrm>
                <a:off x="6216588" y="2698595"/>
                <a:ext cx="2524219" cy="594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数据的修改</a:t>
                </a:r>
              </a:p>
            </p:txBody>
          </p:sp>
          <p:sp>
            <p:nvSpPr>
              <p:cNvPr id="13" name="Number3" descr="99d8afce-93bd-4df0-91bf-7328887ecc1d">
                <a:extLst>
                  <a:ext uri="{FF2B5EF4-FFF2-40B4-BE49-F238E27FC236}">
                    <a16:creationId xmlns:a16="http://schemas.microsoft.com/office/drawing/2014/main" id="{47098761-0114-411F-BCEF-7B37CCEF1BEB}"/>
                  </a:ext>
                </a:extLst>
              </p:cNvPr>
              <p:cNvSpPr/>
              <p:nvPr/>
            </p:nvSpPr>
            <p:spPr bwMode="auto">
              <a:xfrm>
                <a:off x="6337051" y="5015683"/>
                <a:ext cx="2039905" cy="476026"/>
              </a:xfrm>
              <a:prstGeom prst="chevron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id="33" name="组合 32" descr="45d8b824-2ec6-4d7e-96b4-05203c6b32bb">
              <a:extLst>
                <a:ext uri="{FF2B5EF4-FFF2-40B4-BE49-F238E27FC236}">
                  <a16:creationId xmlns:a16="http://schemas.microsoft.com/office/drawing/2014/main" id="{FBEB0404-B98C-61C5-21EC-468F983253DD}"/>
                </a:ext>
              </a:extLst>
            </p:cNvPr>
            <p:cNvGrpSpPr/>
            <p:nvPr/>
          </p:nvGrpSpPr>
          <p:grpSpPr>
            <a:xfrm>
              <a:off x="8994681" y="2698595"/>
              <a:ext cx="2524219" cy="2793114"/>
              <a:chOff x="8994681" y="2698595"/>
              <a:chExt cx="2524219" cy="2793114"/>
            </a:xfrm>
          </p:grpSpPr>
          <p:sp>
            <p:nvSpPr>
              <p:cNvPr id="15" name="Text4" descr="51f6afbc-8d7a-456c-8395-f6928edfa3de">
                <a:extLst>
                  <a:ext uri="{FF2B5EF4-FFF2-40B4-BE49-F238E27FC236}">
                    <a16:creationId xmlns:a16="http://schemas.microsoft.com/office/drawing/2014/main" id="{5CA15B0F-DF1E-4FF0-864A-664902BB43A1}"/>
                  </a:ext>
                </a:extLst>
              </p:cNvPr>
              <p:cNvSpPr/>
              <p:nvPr/>
            </p:nvSpPr>
            <p:spPr bwMode="auto">
              <a:xfrm>
                <a:off x="8994681" y="3292952"/>
                <a:ext cx="2524219" cy="127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选中数据后，通过复制和粘贴功能，可将数据快速移动到其他位置或工作表中，方便数据整理。 </a:t>
                </a:r>
              </a:p>
            </p:txBody>
          </p:sp>
          <p:sp>
            <p:nvSpPr>
              <p:cNvPr id="16" name="Bullet4" descr="a8a5fd74-eb5e-4b8f-b8ea-9a96ddbf8350">
                <a:extLst>
                  <a:ext uri="{FF2B5EF4-FFF2-40B4-BE49-F238E27FC236}">
                    <a16:creationId xmlns:a16="http://schemas.microsoft.com/office/drawing/2014/main" id="{B1B65807-44BA-400E-968E-3A0D9A2FA93D}"/>
                  </a:ext>
                </a:extLst>
              </p:cNvPr>
              <p:cNvSpPr txBox="1"/>
              <p:nvPr/>
            </p:nvSpPr>
            <p:spPr bwMode="auto">
              <a:xfrm>
                <a:off x="8994681" y="2698595"/>
                <a:ext cx="2524219" cy="594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000000"/>
                    </a:solidFill>
                    <a:ea typeface="微软雅黑"/>
                  </a:rPr>
                  <a:t>数据的复制与粘贴</a:t>
                </a:r>
              </a:p>
            </p:txBody>
          </p:sp>
          <p:sp>
            <p:nvSpPr>
              <p:cNvPr id="14" name="Number4" descr="7f360a76-76bf-404e-89c7-2900a1311971">
                <a:extLst>
                  <a:ext uri="{FF2B5EF4-FFF2-40B4-BE49-F238E27FC236}">
                    <a16:creationId xmlns:a16="http://schemas.microsoft.com/office/drawing/2014/main" id="{D09CECC7-5D0E-4C44-BB3A-B6D6D40BBFAA}"/>
                  </a:ext>
                </a:extLst>
              </p:cNvPr>
              <p:cNvSpPr/>
              <p:nvPr/>
            </p:nvSpPr>
            <p:spPr bwMode="auto">
              <a:xfrm>
                <a:off x="9115710" y="5015683"/>
                <a:ext cx="2039905" cy="476026"/>
              </a:xfrm>
              <a:prstGeom prst="chevron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数据输入与编辑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6d649ebf-74bc-446c-add3-cfd664cd660c.source.4.zh-Hans.pptx" descr="bc63a27b-1aea-41c2-b738-40b47447c723">
            <a:extLst>
              <a:ext uri="{FF2B5EF4-FFF2-40B4-BE49-F238E27FC236}">
                <a16:creationId xmlns:a16="http://schemas.microsoft.com/office/drawing/2014/main" id="{B972CB9C-69FD-4F3E-2B55-40A2E42FBC4D}"/>
              </a:ext>
            </a:extLst>
          </p:cNvPr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id="65" name="PictureMisc1" descr="76545929-59d3-4aa2-81bb-bebddd1ac78c">
              <a:extLst>
                <a:ext uri="{FF2B5EF4-FFF2-40B4-BE49-F238E27FC236}">
                  <a16:creationId xmlns:a16="http://schemas.microsoft.com/office/drawing/2014/main" id="{92FA0352-0E50-9635-3508-898067E8C522}"/>
                </a:ext>
              </a:extLst>
            </p:cNvPr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5341" b="-18453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10" name="c" descr="484d7e61-108f-43c4-98e9-2b7b5d290acf">
              <a:extLst>
                <a:ext uri="{FF2B5EF4-FFF2-40B4-BE49-F238E27FC236}">
                  <a16:creationId xmlns:a16="http://schemas.microsoft.com/office/drawing/2014/main" id="{F56D314E-A994-AFA6-44B8-9D0B2E3323B4}"/>
                </a:ext>
              </a:extLst>
            </p:cNvPr>
            <p:cNvSpPr/>
            <p:nvPr/>
          </p:nvSpPr>
          <p:spPr>
            <a:xfrm>
              <a:off x="598591" y="1824048"/>
              <a:ext cx="10994819" cy="4310052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cxnSp>
          <p:nvCxnSpPr>
            <p:cNvPr id="265" name="直接连接符 264" descr="2cfc25a7-b2b4-4450-a953-09bf16f26ca8">
              <a:extLst>
                <a:ext uri="{FF2B5EF4-FFF2-40B4-BE49-F238E27FC236}">
                  <a16:creationId xmlns:a16="http://schemas.microsoft.com/office/drawing/2014/main" id="{386558A4-4A7F-BBC6-D808-847A9CE54B20}"/>
                </a:ext>
              </a:extLst>
            </p:cNvPr>
            <p:cNvCxnSpPr>
              <a:cxnSpLocks/>
              <a:stCxn id="246" idx="1"/>
              <a:endCxn id="242" idx="3"/>
            </p:cNvCxnSpPr>
            <p:nvPr/>
          </p:nvCxnSpPr>
          <p:spPr>
            <a:xfrm>
              <a:off x="3651730" y="4176507"/>
              <a:ext cx="476252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 descr="a048549a-49c2-4bcc-aecb-b7c95fc9d311">
              <a:extLst>
                <a:ext uri="{FF2B5EF4-FFF2-40B4-BE49-F238E27FC236}">
                  <a16:creationId xmlns:a16="http://schemas.microsoft.com/office/drawing/2014/main" id="{089D57E8-414E-A9C3-5C3B-AC95F54832E4}"/>
                </a:ext>
              </a:extLst>
            </p:cNvPr>
            <p:cNvCxnSpPr>
              <a:cxnSpLocks/>
              <a:stCxn id="72" idx="3"/>
              <a:endCxn id="76" idx="1"/>
            </p:cNvCxnSpPr>
            <p:nvPr/>
          </p:nvCxnSpPr>
          <p:spPr>
            <a:xfrm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itle" descr="611681a0-af0c-4c33-94eb-2a4d6841d92e">
              <a:extLst>
                <a:ext uri="{FF2B5EF4-FFF2-40B4-BE49-F238E27FC236}">
                  <a16:creationId xmlns:a16="http://schemas.microsoft.com/office/drawing/2014/main" id="{A6537433-AFB1-209E-D1F0-14119DF67503}"/>
                </a:ext>
              </a:extLst>
            </p:cNvPr>
            <p:cNvSpPr>
              <a:spLocks/>
            </p:cNvSpPr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实现自动化的数据处理</a:t>
              </a:r>
            </a:p>
          </p:txBody>
        </p:sp>
        <p:grpSp>
          <p:nvGrpSpPr>
            <p:cNvPr id="15" name="组合 14" descr="3f65857c-32bb-415a-944c-5fe257b38d86">
              <a:extLst>
                <a:ext uri="{FF2B5EF4-FFF2-40B4-BE49-F238E27FC236}">
                  <a16:creationId xmlns:a16="http://schemas.microsoft.com/office/drawing/2014/main" id="{80DB1690-6CCE-416B-EA33-5689E5992220}"/>
                </a:ext>
              </a:extLst>
            </p:cNvPr>
            <p:cNvGrpSpPr/>
            <p:nvPr/>
          </p:nvGrpSpPr>
          <p:grpSpPr>
            <a:xfrm>
              <a:off x="666750" y="2008394"/>
              <a:ext cx="5306495" cy="1985305"/>
              <a:chOff x="666750" y="2008394"/>
              <a:chExt cx="5306495" cy="1985305"/>
            </a:xfrm>
          </p:grpSpPr>
          <p:sp>
            <p:nvSpPr>
              <p:cNvPr id="95" name="Bullet1" descr="e2f241c9-a8da-4eb6-98de-5d61df4cce37">
                <a:extLst>
                  <a:ext uri="{FF2B5EF4-FFF2-40B4-BE49-F238E27FC236}">
                    <a16:creationId xmlns:a16="http://schemas.microsoft.com/office/drawing/2014/main" id="{D13275F6-86BF-97B0-4E00-8B47AD1DB6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常用公式</a:t>
                </a:r>
              </a:p>
            </p:txBody>
          </p:sp>
          <p:sp>
            <p:nvSpPr>
              <p:cNvPr id="96" name="Text1" descr="c359a770-2cff-4206-8a30-a5fd8edda037">
                <a:extLst>
                  <a:ext uri="{FF2B5EF4-FFF2-40B4-BE49-F238E27FC236}">
                    <a16:creationId xmlns:a16="http://schemas.microsoft.com/office/drawing/2014/main" id="{091B1D94-0E38-DF07-400C-BE758614B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750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如SUM（求和）、AVERAGE（求平均值）等公式，能快速对数据进行计算，提高工作效率。 </a:t>
                </a:r>
              </a:p>
            </p:txBody>
          </p:sp>
          <p:sp>
            <p:nvSpPr>
              <p:cNvPr id="72" name="Number1" descr="255f2870-45c2-4287-a592-893c43290bde">
                <a:extLst>
                  <a:ext uri="{FF2B5EF4-FFF2-40B4-BE49-F238E27FC236}">
                    <a16:creationId xmlns:a16="http://schemas.microsoft.com/office/drawing/2014/main" id="{FD5D109E-2EE1-DCF6-C841-46514A95FF2A}"/>
                  </a:ext>
                </a:extLst>
              </p:cNvPr>
              <p:cNvSpPr txBox="1"/>
              <p:nvPr/>
            </p:nvSpPr>
            <p:spPr>
              <a:xfrm>
                <a:off x="2868596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4D5991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id="16" name="组合 15" descr="dfa82fcc-b181-4326-940a-836376470a02">
              <a:extLst>
                <a:ext uri="{FF2B5EF4-FFF2-40B4-BE49-F238E27FC236}">
                  <a16:creationId xmlns:a16="http://schemas.microsoft.com/office/drawing/2014/main" id="{4D88D745-146E-9397-0253-37C83D13827D}"/>
                </a:ext>
              </a:extLst>
            </p:cNvPr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id="77" name="Bullet2" descr="6a08fd09-a145-4c4b-b444-a454bb556ebf">
                <a:extLst>
                  <a:ext uri="{FF2B5EF4-FFF2-40B4-BE49-F238E27FC236}">
                    <a16:creationId xmlns:a16="http://schemas.microsoft.com/office/drawing/2014/main" id="{DD2C7671-234D-B918-3295-0BE3FF84A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函数的使用方法</a:t>
                </a:r>
              </a:p>
            </p:txBody>
          </p:sp>
          <p:sp>
            <p:nvSpPr>
              <p:cNvPr id="78" name="Text2" descr="42f389bd-2862-4909-b280-e8d8bf440bb2">
                <a:extLst>
                  <a:ext uri="{FF2B5EF4-FFF2-40B4-BE49-F238E27FC236}">
                    <a16:creationId xmlns:a16="http://schemas.microsoft.com/office/drawing/2014/main" id="{7A949CEF-EE32-0987-41B9-0293F654E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在单元格中输入“=”，然后选择函数，按照提示输入参数，即可得到计算结果。 </a:t>
                </a:r>
              </a:p>
            </p:txBody>
          </p:sp>
          <p:sp>
            <p:nvSpPr>
              <p:cNvPr id="76" name="Number2" descr="b1c60640-d9e4-4dc6-9ef5-ad5f7ca361c2">
                <a:extLst>
                  <a:ext uri="{FF2B5EF4-FFF2-40B4-BE49-F238E27FC236}">
                    <a16:creationId xmlns:a16="http://schemas.microsoft.com/office/drawing/2014/main" id="{603B63CA-E58B-5211-E789-2933FAB8C84A}"/>
                  </a:ext>
                </a:extLst>
              </p:cNvPr>
              <p:cNvSpPr txBox="1"/>
              <p:nvPr/>
            </p:nvSpPr>
            <p:spPr>
              <a:xfrm>
                <a:off x="8414251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4D5991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17" name="组合 16" descr="068a29ca-f1ae-4f48-aed7-04f70498c990">
              <a:extLst>
                <a:ext uri="{FF2B5EF4-FFF2-40B4-BE49-F238E27FC236}">
                  <a16:creationId xmlns:a16="http://schemas.microsoft.com/office/drawing/2014/main" id="{B854465E-9F6B-13A3-A2E8-CF604977B21B}"/>
                </a:ext>
              </a:extLst>
            </p:cNvPr>
            <p:cNvGrpSpPr/>
            <p:nvPr/>
          </p:nvGrpSpPr>
          <p:grpSpPr>
            <a:xfrm>
              <a:off x="6212405" y="4026774"/>
              <a:ext cx="5306495" cy="1985305"/>
              <a:chOff x="6212405" y="4026774"/>
              <a:chExt cx="5306495" cy="1985305"/>
            </a:xfrm>
          </p:grpSpPr>
          <p:sp>
            <p:nvSpPr>
              <p:cNvPr id="240" name="Bullet3" descr="f11a31aa-2df8-40e1-9d08-9e4d02308150">
                <a:extLst>
                  <a:ext uri="{FF2B5EF4-FFF2-40B4-BE49-F238E27FC236}">
                    <a16:creationId xmlns:a16="http://schemas.microsoft.com/office/drawing/2014/main" id="{3BA143A0-A619-5984-05F6-3580A69A19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相对引用与绝对引用</a:t>
                </a:r>
              </a:p>
            </p:txBody>
          </p:sp>
          <p:sp>
            <p:nvSpPr>
              <p:cNvPr id="241" name="Text3" descr="3b629dbe-f07e-4768-8a22-1a0128b5540c">
                <a:extLst>
                  <a:ext uri="{FF2B5EF4-FFF2-40B4-BE49-F238E27FC236}">
                    <a16:creationId xmlns:a16="http://schemas.microsoft.com/office/drawing/2014/main" id="{1378376A-DE93-9CE0-1221-D6732F8937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2405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相对引用会根据公式位置的变化而改变引用单元格，绝对引用则始终引用同一单元格，在公式复制时需注意。 </a:t>
                </a:r>
              </a:p>
            </p:txBody>
          </p:sp>
          <p:sp>
            <p:nvSpPr>
              <p:cNvPr id="242" name="Number3" descr="cd47b182-dfa2-4b4e-b103-54b06dbe22cc">
                <a:extLst>
                  <a:ext uri="{FF2B5EF4-FFF2-40B4-BE49-F238E27FC236}">
                    <a16:creationId xmlns:a16="http://schemas.microsoft.com/office/drawing/2014/main" id="{474D3047-2522-E98F-19EC-32376C80CAD7}"/>
                  </a:ext>
                </a:extLst>
              </p:cNvPr>
              <p:cNvSpPr txBox="1"/>
              <p:nvPr/>
            </p:nvSpPr>
            <p:spPr>
              <a:xfrm flipH="1">
                <a:off x="8414251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4D5991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id="18" name="组合 17" descr="e17b95c0-e3b6-4271-b198-412a8a5c5252">
              <a:extLst>
                <a:ext uri="{FF2B5EF4-FFF2-40B4-BE49-F238E27FC236}">
                  <a16:creationId xmlns:a16="http://schemas.microsoft.com/office/drawing/2014/main" id="{17C1ACC0-F0FC-8680-4C9A-552220759ADE}"/>
                </a:ext>
              </a:extLst>
            </p:cNvPr>
            <p:cNvGrpSpPr/>
            <p:nvPr/>
          </p:nvGrpSpPr>
          <p:grpSpPr>
            <a:xfrm>
              <a:off x="660400" y="4026774"/>
              <a:ext cx="5306495" cy="1985305"/>
              <a:chOff x="660400" y="4026774"/>
              <a:chExt cx="5306495" cy="1985305"/>
            </a:xfrm>
          </p:grpSpPr>
          <p:sp>
            <p:nvSpPr>
              <p:cNvPr id="244" name="Bullet4" descr="191fd3d5-7880-43bc-8b12-cdf85a9c1ccf">
                <a:extLst>
                  <a:ext uri="{FF2B5EF4-FFF2-40B4-BE49-F238E27FC236}">
                    <a16:creationId xmlns:a16="http://schemas.microsoft.com/office/drawing/2014/main" id="{0A9C89E6-734E-F71D-B3D4-3CADBE0EC4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函数的嵌套应用</a:t>
                </a:r>
              </a:p>
            </p:txBody>
          </p:sp>
          <p:sp>
            <p:nvSpPr>
              <p:cNvPr id="245" name="Text4" descr="63de6131-c945-48e9-9bd3-5154bd1731a5">
                <a:extLst>
                  <a:ext uri="{FF2B5EF4-FFF2-40B4-BE49-F238E27FC236}">
                    <a16:creationId xmlns:a16="http://schemas.microsoft.com/office/drawing/2014/main" id="{D462368F-0D74-2A31-F6A1-09BCA22784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可以将一个函数作为另一个函数的参数，实现更复杂的数据处理。如使用IF函数嵌套SUM函数进行条件求和。 </a:t>
                </a:r>
              </a:p>
            </p:txBody>
          </p:sp>
          <p:sp>
            <p:nvSpPr>
              <p:cNvPr id="246" name="Number4" descr="8029407f-181a-4b44-9c13-56537a281725">
                <a:extLst>
                  <a:ext uri="{FF2B5EF4-FFF2-40B4-BE49-F238E27FC236}">
                    <a16:creationId xmlns:a16="http://schemas.microsoft.com/office/drawing/2014/main" id="{BCC1BEEA-3A43-54F0-B402-48019087BC6A}"/>
                  </a:ext>
                </a:extLst>
              </p:cNvPr>
              <p:cNvSpPr txBox="1"/>
              <p:nvPr/>
            </p:nvSpPr>
            <p:spPr>
              <a:xfrm flipH="1">
                <a:off x="2862246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4D5991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公式与函数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3f54c16e-fa68-417c-9cb6-12dc05ad577f.source.4.zh-Hans.pptx" descr="1cea5fee-57a2-4b3b-a129-aadec5b90bb7">
            <a:extLst>
              <a:ext uri="{FF2B5EF4-FFF2-40B4-BE49-F238E27FC236}">
                <a16:creationId xmlns:a16="http://schemas.microsoft.com/office/drawing/2014/main" id="{EADF456E-9294-FEF7-0ECC-22EE4CB10723}"/>
              </a:ext>
            </a:extLst>
          </p:cNvPr>
          <p:cNvGrpSpPr/>
          <p:nvPr/>
        </p:nvGrpSpPr>
        <p:grpSpPr>
          <a:xfrm>
            <a:off x="660400" y="1130300"/>
            <a:ext cx="10858500" cy="4359150"/>
            <a:chOff x="660400" y="1130300"/>
            <a:chExt cx="10858500" cy="4359150"/>
          </a:xfrm>
        </p:grpSpPr>
        <p:sp>
          <p:nvSpPr>
            <p:cNvPr id="30" name="Title" descr="314a3d1a-c1ab-4b7d-b308-b209b191a9d7">
              <a:extLst>
                <a:ext uri="{FF2B5EF4-FFF2-40B4-BE49-F238E27FC236}">
                  <a16:creationId xmlns:a16="http://schemas.microsoft.com/office/drawing/2014/main" id="{B4EED613-8923-110A-6445-3E85BCB38A3E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快速整理和分析数据</a:t>
              </a:r>
            </a:p>
          </p:txBody>
        </p:sp>
        <p:grpSp>
          <p:nvGrpSpPr>
            <p:cNvPr id="36" name="组合 35" descr="e96afe38-05e1-47fb-be31-6d46518cdddb">
              <a:extLst>
                <a:ext uri="{FF2B5EF4-FFF2-40B4-BE49-F238E27FC236}">
                  <a16:creationId xmlns:a16="http://schemas.microsoft.com/office/drawing/2014/main" id="{3D9D13BB-E0AE-0827-CD4A-1306B3ADFE5B}"/>
                </a:ext>
              </a:extLst>
            </p:cNvPr>
            <p:cNvGrpSpPr/>
            <p:nvPr/>
          </p:nvGrpSpPr>
          <p:grpSpPr>
            <a:xfrm>
              <a:off x="1196637" y="2195132"/>
              <a:ext cx="2064146" cy="3294318"/>
              <a:chOff x="1196637" y="2195132"/>
              <a:chExt cx="2064146" cy="3294318"/>
            </a:xfrm>
          </p:grpSpPr>
          <p:sp>
            <p:nvSpPr>
              <p:cNvPr id="23" name="ComponentBackground1" descr="d84c7879-e8ad-47de-8cb3-e235d5c72501">
                <a:extLst>
                  <a:ext uri="{FF2B5EF4-FFF2-40B4-BE49-F238E27FC236}">
                    <a16:creationId xmlns:a16="http://schemas.microsoft.com/office/drawing/2014/main" id="{F9EB6CAD-C13C-4E7E-BFA4-D40B6223ACA0}"/>
                  </a:ext>
                </a:extLst>
              </p:cNvPr>
              <p:cNvSpPr/>
              <p:nvPr/>
            </p:nvSpPr>
            <p:spPr>
              <a:xfrm>
                <a:off x="1196637" y="2195132"/>
                <a:ext cx="2064146" cy="3294318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6350" cap="rnd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4" name="Number1" descr="17c0522e-eb63-44f1-bf01-9fcf2601de75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1196637" y="2195132"/>
                <a:ext cx="753458" cy="573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3200" b="0" i="0" u="none">
                    <a:solidFill>
                      <a:srgbClr val="4D5991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id="26" name="Text1" descr="bdb3efe2-54a9-4603-b30b-d4caeda2b69a">
                <a:extLst>
                  <a:ext uri="{FF2B5EF4-FFF2-40B4-BE49-F238E27FC236}">
                    <a16:creationId xmlns:a16="http://schemas.microsoft.com/office/drawing/2014/main" id="{8F6DF1F0-0989-497E-9D16-40C087EDFC72}"/>
                  </a:ext>
                </a:extLst>
              </p:cNvPr>
              <p:cNvSpPr/>
              <p:nvPr/>
            </p:nvSpPr>
            <p:spPr bwMode="auto">
              <a:xfrm>
                <a:off x="1344565" y="3897628"/>
                <a:ext cx="1768290" cy="1373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选中数据区域，点击“数据”功能区的“排序”按钮，可按某列数据进行升序或降序排列，方便查看数据。 </a:t>
                </a:r>
              </a:p>
            </p:txBody>
          </p:sp>
          <p:sp>
            <p:nvSpPr>
              <p:cNvPr id="27" name="Bullet1" descr="43464e2c-948f-4463-b14a-add8fd9f62bf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1344565" y="3261392"/>
                <a:ext cx="1768290" cy="636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简单排序</a:t>
                </a:r>
              </a:p>
            </p:txBody>
          </p:sp>
        </p:grpSp>
        <p:grpSp>
          <p:nvGrpSpPr>
            <p:cNvPr id="37" name="组合 36" descr="8ed1cc5b-0442-4b68-9d9d-072c1dfe8149">
              <a:extLst>
                <a:ext uri="{FF2B5EF4-FFF2-40B4-BE49-F238E27FC236}">
                  <a16:creationId xmlns:a16="http://schemas.microsoft.com/office/drawing/2014/main" id="{024FF079-7101-6EAA-7A1F-B4498495885F}"/>
                </a:ext>
              </a:extLst>
            </p:cNvPr>
            <p:cNvGrpSpPr/>
            <p:nvPr/>
          </p:nvGrpSpPr>
          <p:grpSpPr>
            <a:xfrm>
              <a:off x="3770597" y="2195132"/>
              <a:ext cx="2064146" cy="3294318"/>
              <a:chOff x="3770597" y="2195132"/>
              <a:chExt cx="2064146" cy="3294318"/>
            </a:xfrm>
          </p:grpSpPr>
          <p:sp>
            <p:nvSpPr>
              <p:cNvPr id="18" name="ComponentBackground2" descr="3e82fae3-c2b7-4274-bffa-9fb9434fc43c">
                <a:extLst>
                  <a:ext uri="{FF2B5EF4-FFF2-40B4-BE49-F238E27FC236}">
                    <a16:creationId xmlns:a16="http://schemas.microsoft.com/office/drawing/2014/main" id="{E28B7BA9-E2F1-4D43-852B-BDD018545293}"/>
                  </a:ext>
                </a:extLst>
              </p:cNvPr>
              <p:cNvSpPr/>
              <p:nvPr/>
            </p:nvSpPr>
            <p:spPr>
              <a:xfrm>
                <a:off x="3770597" y="2195132"/>
                <a:ext cx="2064146" cy="3294318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6350" cap="rnd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9" name="Number2" descr="5a74fd99-46d6-410c-9fe4-2ab02b3bad71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5081285" y="4915558"/>
                <a:ext cx="753458" cy="573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3200" b="0" i="0" u="none">
                    <a:solidFill>
                      <a:srgbClr val="4D5991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21" name="Text2" descr="49ecd946-3d27-4dcc-8a10-8f2311baa12f">
                <a:extLst>
                  <a:ext uri="{FF2B5EF4-FFF2-40B4-BE49-F238E27FC236}">
                    <a16:creationId xmlns:a16="http://schemas.microsoft.com/office/drawing/2014/main" id="{8F6DF1F0-0989-497E-9D16-40C087EDFC72}"/>
                  </a:ext>
                </a:extLst>
              </p:cNvPr>
              <p:cNvSpPr/>
              <p:nvPr/>
            </p:nvSpPr>
            <p:spPr bwMode="auto">
              <a:xfrm>
                <a:off x="3918525" y="3405260"/>
                <a:ext cx="1768290" cy="1373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若需按多个条件排序，可在“排序”对话框中设置主要关键字、次要关键字等，满足多样化的排序需求。 </a:t>
                </a:r>
              </a:p>
            </p:txBody>
          </p:sp>
          <p:sp>
            <p:nvSpPr>
              <p:cNvPr id="22" name="Bullet2" descr="0fb215fd-7b09-4a38-a590-43d8de6686c5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3918525" y="2769024"/>
                <a:ext cx="1768290" cy="636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复杂排序</a:t>
                </a:r>
              </a:p>
            </p:txBody>
          </p:sp>
        </p:grpSp>
        <p:grpSp>
          <p:nvGrpSpPr>
            <p:cNvPr id="38" name="组合 37" descr="53731f9a-c99d-440b-98f6-b86e856ce045">
              <a:extLst>
                <a:ext uri="{FF2B5EF4-FFF2-40B4-BE49-F238E27FC236}">
                  <a16:creationId xmlns:a16="http://schemas.microsoft.com/office/drawing/2014/main" id="{654987E6-B696-30BC-E5BD-958133821A19}"/>
                </a:ext>
              </a:extLst>
            </p:cNvPr>
            <p:cNvGrpSpPr/>
            <p:nvPr/>
          </p:nvGrpSpPr>
          <p:grpSpPr>
            <a:xfrm>
              <a:off x="6344557" y="2195132"/>
              <a:ext cx="2064146" cy="3294318"/>
              <a:chOff x="6344557" y="2195132"/>
              <a:chExt cx="2064146" cy="3294318"/>
            </a:xfrm>
          </p:grpSpPr>
          <p:sp>
            <p:nvSpPr>
              <p:cNvPr id="13" name="ComponentBackground3" descr="d1491190-67f3-4c0d-82f8-bed7dbf96a4e">
                <a:extLst>
                  <a:ext uri="{FF2B5EF4-FFF2-40B4-BE49-F238E27FC236}">
                    <a16:creationId xmlns:a16="http://schemas.microsoft.com/office/drawing/2014/main" id="{0FA885DB-CCE6-4D26-A60E-8C1340ACC278}"/>
                  </a:ext>
                </a:extLst>
              </p:cNvPr>
              <p:cNvSpPr/>
              <p:nvPr/>
            </p:nvSpPr>
            <p:spPr>
              <a:xfrm>
                <a:off x="6344557" y="2195132"/>
                <a:ext cx="2064146" cy="3294318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6350" cap="rnd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" name="Number3" descr="a7f49585-5414-4a7d-9f61-d29d1a7aaa51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6344557" y="2195132"/>
                <a:ext cx="753458" cy="573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3200" b="0" i="0" u="none">
                    <a:solidFill>
                      <a:srgbClr val="4D5991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id="16" name="Text3" descr="6bf72274-70f5-4194-993d-fefefdf187f0">
                <a:extLst>
                  <a:ext uri="{FF2B5EF4-FFF2-40B4-BE49-F238E27FC236}">
                    <a16:creationId xmlns:a16="http://schemas.microsoft.com/office/drawing/2014/main" id="{8F6DF1F0-0989-497E-9D16-40C087EDFC72}"/>
                  </a:ext>
                </a:extLst>
              </p:cNvPr>
              <p:cNvSpPr/>
              <p:nvPr/>
            </p:nvSpPr>
            <p:spPr bwMode="auto">
              <a:xfrm>
                <a:off x="6492485" y="3897628"/>
                <a:ext cx="1768290" cy="1373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使用自动筛选，可快速筛选出符合特定条件的数据。点击列标题的下拉箭头，选择筛选条件即可。 </a:t>
                </a:r>
              </a:p>
            </p:txBody>
          </p:sp>
          <p:sp>
            <p:nvSpPr>
              <p:cNvPr id="17" name="Bullet3" descr="8432e9e2-4ffe-49ec-a41c-e719db9fdb46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6492485" y="3261392"/>
                <a:ext cx="1768290" cy="636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自动筛选</a:t>
                </a:r>
              </a:p>
            </p:txBody>
          </p:sp>
        </p:grpSp>
        <p:grpSp>
          <p:nvGrpSpPr>
            <p:cNvPr id="39" name="组合 38" descr="348a896b-6f7c-4df9-a49e-a5ee1f31355a">
              <a:extLst>
                <a:ext uri="{FF2B5EF4-FFF2-40B4-BE49-F238E27FC236}">
                  <a16:creationId xmlns:a16="http://schemas.microsoft.com/office/drawing/2014/main" id="{EC967E25-DA03-842E-E866-95CE411E3E37}"/>
                </a:ext>
              </a:extLst>
            </p:cNvPr>
            <p:cNvGrpSpPr/>
            <p:nvPr/>
          </p:nvGrpSpPr>
          <p:grpSpPr>
            <a:xfrm>
              <a:off x="8918517" y="2195132"/>
              <a:ext cx="2064146" cy="3294318"/>
              <a:chOff x="8918517" y="2195132"/>
              <a:chExt cx="2064146" cy="3294318"/>
            </a:xfrm>
          </p:grpSpPr>
          <p:sp>
            <p:nvSpPr>
              <p:cNvPr id="8" name="ComponentBackground4" descr="85b03310-08a0-4c45-8cc0-bce63160c86f">
                <a:extLst>
                  <a:ext uri="{FF2B5EF4-FFF2-40B4-BE49-F238E27FC236}">
                    <a16:creationId xmlns:a16="http://schemas.microsoft.com/office/drawing/2014/main" id="{DF27994D-A05A-4433-AFEB-0D95A34BC1D9}"/>
                  </a:ext>
                </a:extLst>
              </p:cNvPr>
              <p:cNvSpPr/>
              <p:nvPr/>
            </p:nvSpPr>
            <p:spPr>
              <a:xfrm>
                <a:off x="8918517" y="2195132"/>
                <a:ext cx="2064146" cy="3294318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6350" cap="rnd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Number4" descr="4e8ceb61-adf7-4f88-a0d5-a874a169185b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10229205" y="4915558"/>
                <a:ext cx="753458" cy="573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3200" b="0" i="0" u="none">
                    <a:solidFill>
                      <a:srgbClr val="4D5991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11" name="Text4" descr="7e0a4eb7-c089-41bf-9570-3a8bcb9ffa47">
                <a:extLst>
                  <a:ext uri="{FF2B5EF4-FFF2-40B4-BE49-F238E27FC236}">
                    <a16:creationId xmlns:a16="http://schemas.microsoft.com/office/drawing/2014/main" id="{8F6DF1F0-0989-497E-9D16-40C087EDFC72}"/>
                  </a:ext>
                </a:extLst>
              </p:cNvPr>
              <p:cNvSpPr/>
              <p:nvPr/>
            </p:nvSpPr>
            <p:spPr bwMode="auto">
              <a:xfrm>
                <a:off x="9066445" y="3405260"/>
                <a:ext cx="1768290" cy="1373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高级筛选功能更强大，可根据复杂条件进行筛选，还能将筛选结果复制到其他位置，方便数据分析。 </a:t>
                </a:r>
              </a:p>
            </p:txBody>
          </p:sp>
          <p:sp>
            <p:nvSpPr>
              <p:cNvPr id="12" name="Bullet4" descr="8ca9c620-7d5e-4830-b77e-d478db9eb224">
                <a:extLst>
                  <a:ext uri="{FF2B5EF4-FFF2-40B4-BE49-F238E27FC236}">
                    <a16:creationId xmlns:a16="http://schemas.microsoft.com/office/drawing/2014/main" id="{5249C4BC-BEEB-4E93-BB28-34C84752D1F0}"/>
                  </a:ext>
                </a:extLst>
              </p:cNvPr>
              <p:cNvSpPr txBox="1"/>
              <p:nvPr/>
            </p:nvSpPr>
            <p:spPr bwMode="auto">
              <a:xfrm>
                <a:off x="9066445" y="2769024"/>
                <a:ext cx="1768290" cy="636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高级筛选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数据排序与筛选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/>
              </a:rPr>
              <a:t>PowerPoint演示文稿制作</a:t>
            </a: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打造精彩演示，展现你的魅力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2bf94ace-2ff4-48ba-881a-49d6ed41180e.source.4.zh-Hans.pptx" descr="00873f2a-ae4f-45a4-b97f-b311a730aa44">
            <a:extLst>
              <a:ext uri="{FF2B5EF4-FFF2-40B4-BE49-F238E27FC236}">
                <a16:creationId xmlns:a16="http://schemas.microsoft.com/office/drawing/2014/main" id="{F041A746-E2B6-E512-34C3-910B37AF25A9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矩形: 圆角 1" descr="e5660803-8473-49de-b249-63ebb4c8bb35">
              <a:extLst>
                <a:ext uri="{FF2B5EF4-FFF2-40B4-BE49-F238E27FC236}">
                  <a16:creationId xmlns:a16="http://schemas.microsoft.com/office/drawing/2014/main" id="{BC2B88F1-0C21-86D2-E6C1-A57B1323F6A4}"/>
                </a:ext>
              </a:extLst>
            </p:cNvPr>
            <p:cNvSpPr/>
            <p:nvPr/>
          </p:nvSpPr>
          <p:spPr>
            <a:xfrm>
              <a:off x="4766310" y="1879600"/>
              <a:ext cx="2646680" cy="3505200"/>
            </a:xfrm>
            <a:prstGeom prst="roundRect">
              <a:avLst>
                <a:gd name="adj" fmla="val 6734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3" name="Title" descr="a6e592c6-1c44-49dd-894e-b58b06c5b16b">
              <a:extLst>
                <a:ext uri="{FF2B5EF4-FFF2-40B4-BE49-F238E27FC236}">
                  <a16:creationId xmlns:a16="http://schemas.microsoft.com/office/drawing/2014/main" id="{DFB328B8-7613-BD94-7649-7A8EDCE0DB12}"/>
                </a:ext>
              </a:extLst>
            </p:cNvPr>
            <p:cNvSpPr/>
            <p:nvPr/>
          </p:nvSpPr>
          <p:spPr>
            <a:xfrm>
              <a:off x="4932681" y="2057400"/>
              <a:ext cx="2313940" cy="3149600"/>
            </a:xfrm>
            <a:prstGeom prst="roundRect">
              <a:avLst>
                <a:gd name="adj" fmla="val 8206"/>
              </a:avLst>
            </a:prstGeom>
            <a:solidFill>
              <a:schemeClr val="bg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开启演示文稿之旅</a:t>
              </a:r>
            </a:p>
          </p:txBody>
        </p:sp>
        <p:grpSp>
          <p:nvGrpSpPr>
            <p:cNvPr id="6" name="组合 5" descr="dccea486-d066-40af-8cee-7ee5490f33a0">
              <a:extLst>
                <a:ext uri="{FF2B5EF4-FFF2-40B4-BE49-F238E27FC236}">
                  <a16:creationId xmlns:a16="http://schemas.microsoft.com/office/drawing/2014/main" id="{5A72E58F-0AA5-ADFF-02DD-D54F10C03687}"/>
                </a:ext>
              </a:extLst>
            </p:cNvPr>
            <p:cNvGrpSpPr/>
            <p:nvPr/>
          </p:nvGrpSpPr>
          <p:grpSpPr>
            <a:xfrm>
              <a:off x="660400" y="1130300"/>
              <a:ext cx="4021769" cy="2325202"/>
              <a:chOff x="660400" y="1130300"/>
              <a:chExt cx="4021769" cy="2325202"/>
            </a:xfrm>
          </p:grpSpPr>
          <p:sp>
            <p:nvSpPr>
              <p:cNvPr id="19" name="Number1" descr="df72d60f-56bd-46b7-b627-62a3b0dd39d3">
                <a:extLst>
                  <a:ext uri="{FF2B5EF4-FFF2-40B4-BE49-F238E27FC236}">
                    <a16:creationId xmlns:a16="http://schemas.microsoft.com/office/drawing/2014/main" id="{B8B208AC-89F9-08B2-B931-53D0AEFA0D19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20" name="Bullet1" descr="c175d28d-054f-4367-adbe-4727f0448675">
                <a:extLst>
                  <a:ext uri="{FF2B5EF4-FFF2-40B4-BE49-F238E27FC236}">
                    <a16:creationId xmlns:a16="http://schemas.microsoft.com/office/drawing/2014/main" id="{A99695A0-B7BB-EA1F-A5C9-89F097F84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52386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新建演示文稿</a:t>
                </a:r>
              </a:p>
            </p:txBody>
          </p:sp>
          <p:sp>
            <p:nvSpPr>
              <p:cNvPr id="21" name="Text1" descr="f93192d4-19fd-42ae-a693-eabd7265302b">
                <a:extLst>
                  <a:ext uri="{FF2B5EF4-FFF2-40B4-BE49-F238E27FC236}">
                    <a16:creationId xmlns:a16="http://schemas.microsoft.com/office/drawing/2014/main" id="{CA14C998-2258-C981-D536-154738D7C7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2"/>
                <a:ext cx="3523867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打开PowerPoint后，点击“文件”菜单的“新建”，可以选择空白演示文稿或根据模板创建，快速启动制作。 </a:t>
                </a:r>
              </a:p>
            </p:txBody>
          </p:sp>
        </p:grpSp>
        <p:grpSp>
          <p:nvGrpSpPr>
            <p:cNvPr id="7" name="组合 6" descr="ba8cfb6b-3849-45f6-9cb9-b5a636f7a134">
              <a:extLst>
                <a:ext uri="{FF2B5EF4-FFF2-40B4-BE49-F238E27FC236}">
                  <a16:creationId xmlns:a16="http://schemas.microsoft.com/office/drawing/2014/main" id="{5DBB162F-E374-0AA5-F2EF-6C0C7390478A}"/>
                </a:ext>
              </a:extLst>
            </p:cNvPr>
            <p:cNvGrpSpPr/>
            <p:nvPr/>
          </p:nvGrpSpPr>
          <p:grpSpPr>
            <a:xfrm>
              <a:off x="660400" y="3808898"/>
              <a:ext cx="4021769" cy="2325202"/>
              <a:chOff x="660400" y="1130300"/>
              <a:chExt cx="4021769" cy="2325202"/>
            </a:xfrm>
          </p:grpSpPr>
          <p:sp>
            <p:nvSpPr>
              <p:cNvPr id="16" name="Number2" descr="96da7157-b6cd-4f65-ba7b-8d0a56f94d3f">
                <a:extLst>
                  <a:ext uri="{FF2B5EF4-FFF2-40B4-BE49-F238E27FC236}">
                    <a16:creationId xmlns:a16="http://schemas.microsoft.com/office/drawing/2014/main" id="{E8E37BEC-3FED-ED17-AB68-5EDE26261618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17" name="Bullet2" descr="424f31b4-12c7-4b5e-9911-cb4eb77065e8">
                <a:extLst>
                  <a:ext uri="{FF2B5EF4-FFF2-40B4-BE49-F238E27FC236}">
                    <a16:creationId xmlns:a16="http://schemas.microsoft.com/office/drawing/2014/main" id="{E576A05B-75E1-79BF-32B4-F463E22D96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130300"/>
                <a:ext cx="352386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选择模板</a:t>
                </a:r>
              </a:p>
            </p:txBody>
          </p:sp>
          <p:sp>
            <p:nvSpPr>
              <p:cNvPr id="18" name="Text2" descr="cdc19317-a10e-4634-b927-5b88572dca79">
                <a:extLst>
                  <a:ext uri="{FF2B5EF4-FFF2-40B4-BE49-F238E27FC236}">
                    <a16:creationId xmlns:a16="http://schemas.microsoft.com/office/drawing/2014/main" id="{1D1B418A-B1B9-C42C-89AF-C2CDE5D3D9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2" y="1602962"/>
                <a:ext cx="3523867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在“新建”窗口中，有丰富的模板可供选择，涵盖商务、教育等多种场景，选择合适的模板能让演示文稿更专业。 </a:t>
                </a:r>
              </a:p>
            </p:txBody>
          </p:sp>
        </p:grpSp>
        <p:grpSp>
          <p:nvGrpSpPr>
            <p:cNvPr id="8" name="组合 7" descr="e11220d8-9953-4e02-84d7-35f3f5f1a830">
              <a:extLst>
                <a:ext uri="{FF2B5EF4-FFF2-40B4-BE49-F238E27FC236}">
                  <a16:creationId xmlns:a16="http://schemas.microsoft.com/office/drawing/2014/main" id="{D0F3313D-463D-9441-65EC-F8F657AA690A}"/>
                </a:ext>
              </a:extLst>
            </p:cNvPr>
            <p:cNvGrpSpPr/>
            <p:nvPr/>
          </p:nvGrpSpPr>
          <p:grpSpPr>
            <a:xfrm>
              <a:off x="7894641" y="1130300"/>
              <a:ext cx="3624259" cy="2325202"/>
              <a:chOff x="660400" y="1130300"/>
              <a:chExt cx="3624259" cy="2325202"/>
            </a:xfrm>
          </p:grpSpPr>
          <p:sp>
            <p:nvSpPr>
              <p:cNvPr id="13" name="Number3" descr="7ec3495c-f8b8-4b08-938c-1a15cba039e6">
                <a:extLst>
                  <a:ext uri="{FF2B5EF4-FFF2-40B4-BE49-F238E27FC236}">
                    <a16:creationId xmlns:a16="http://schemas.microsoft.com/office/drawing/2014/main" id="{761397F3-4153-2453-8518-B58C92BE028D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14" name="Bullet3" descr="fb90771e-44d2-4723-a061-cd106d6cb732">
                <a:extLst>
                  <a:ext uri="{FF2B5EF4-FFF2-40B4-BE49-F238E27FC236}">
                    <a16:creationId xmlns:a16="http://schemas.microsoft.com/office/drawing/2014/main" id="{ADDAD3C0-0F73-FD39-C58E-BD38998B16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130300"/>
                <a:ext cx="312635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版式设置</a:t>
                </a:r>
              </a:p>
            </p:txBody>
          </p:sp>
          <p:sp>
            <p:nvSpPr>
              <p:cNvPr id="15" name="Text3" descr="89a46b12-0673-4f2c-bc34-6a15f4ef1a13">
                <a:extLst>
                  <a:ext uri="{FF2B5EF4-FFF2-40B4-BE49-F238E27FC236}">
                    <a16:creationId xmlns:a16="http://schemas.microsoft.com/office/drawing/2014/main" id="{C3F57147-FD2B-10DC-3851-E589E3199B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602962"/>
                <a:ext cx="3126356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为幻灯片选择合适的版式，如标题和内容、图片与标题等。在“开始”功能区的“版式”中可进行设置。 </a:t>
                </a:r>
              </a:p>
            </p:txBody>
          </p:sp>
        </p:grpSp>
        <p:grpSp>
          <p:nvGrpSpPr>
            <p:cNvPr id="9" name="组合 8" descr="7be8ae4e-5194-48ab-86aa-fa65bfc9a913">
              <a:extLst>
                <a:ext uri="{FF2B5EF4-FFF2-40B4-BE49-F238E27FC236}">
                  <a16:creationId xmlns:a16="http://schemas.microsoft.com/office/drawing/2014/main" id="{1D462AB7-12AF-A54D-138E-917E7CC3CEDD}"/>
                </a:ext>
              </a:extLst>
            </p:cNvPr>
            <p:cNvGrpSpPr/>
            <p:nvPr/>
          </p:nvGrpSpPr>
          <p:grpSpPr>
            <a:xfrm>
              <a:off x="7894641" y="3808898"/>
              <a:ext cx="3624259" cy="2325202"/>
              <a:chOff x="660400" y="1130300"/>
              <a:chExt cx="3624259" cy="2325202"/>
            </a:xfrm>
          </p:grpSpPr>
          <p:sp>
            <p:nvSpPr>
              <p:cNvPr id="10" name="Number4" descr="63378f60-fd79-45f3-8813-022aaf73585b">
                <a:extLst>
                  <a:ext uri="{FF2B5EF4-FFF2-40B4-BE49-F238E27FC236}">
                    <a16:creationId xmlns:a16="http://schemas.microsoft.com/office/drawing/2014/main" id="{64761EE4-6E09-062F-A696-AF6115AEEB71}"/>
                  </a:ext>
                </a:extLst>
              </p:cNvPr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ellipse">
                <a:avLst/>
              </a:prstGeom>
              <a:solidFill>
                <a:schemeClr val="accent1"/>
              </a:solidFill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id="11" name="Bullet4" descr="030e4e32-ef04-4c1c-a339-e7bf0ed7f101">
                <a:extLst>
                  <a:ext uri="{FF2B5EF4-FFF2-40B4-BE49-F238E27FC236}">
                    <a16:creationId xmlns:a16="http://schemas.microsoft.com/office/drawing/2014/main" id="{706ED57D-31D1-AC25-D868-80F983CBCA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130300"/>
                <a:ext cx="3126356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保存演示文稿</a:t>
                </a:r>
              </a:p>
            </p:txBody>
          </p:sp>
          <p:sp>
            <p:nvSpPr>
              <p:cNvPr id="12" name="Text4" descr="6888adcd-5875-4ca1-bc51-299429ee23dd">
                <a:extLst>
                  <a:ext uri="{FF2B5EF4-FFF2-40B4-BE49-F238E27FC236}">
                    <a16:creationId xmlns:a16="http://schemas.microsoft.com/office/drawing/2014/main" id="{C75EFE01-2002-6167-9C30-503C873E7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8303" y="1602962"/>
                <a:ext cx="3126356" cy="1852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编辑过程中，要定期保存演示文稿。点击“文件”菜单的“保存”或“另存为”，确保文件不丢失。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演示文稿创建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f43463b-c61a-4720-90b4-57e3c74d6cfe.source.4.zh-Hans.pptx" descr="caaf2a50-0f3e-4a57-971d-c0ea1f101c8b">
            <a:extLst>
              <a:ext uri="{FF2B5EF4-FFF2-40B4-BE49-F238E27FC236}">
                <a16:creationId xmlns:a16="http://schemas.microsoft.com/office/drawing/2014/main" id="{A68E2A3B-7F63-6151-7B4A-ED31E4063B64}"/>
              </a:ext>
            </a:extLst>
          </p:cNvPr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grpSp>
          <p:nvGrpSpPr>
            <p:cNvPr id="140" name="组合 139" descr="138a356c-538f-4422-b68c-181cd1df038f">
              <a:extLst>
                <a:ext uri="{FF2B5EF4-FFF2-40B4-BE49-F238E27FC236}">
                  <a16:creationId xmlns:a16="http://schemas.microsoft.com/office/drawing/2014/main" id="{78461B47-CBCF-05D9-F056-3EFB19A47A08}"/>
                </a:ext>
              </a:extLst>
            </p:cNvPr>
            <p:cNvGrpSpPr/>
            <p:nvPr/>
          </p:nvGrpSpPr>
          <p:grpSpPr>
            <a:xfrm>
              <a:off x="1486048" y="1130300"/>
              <a:ext cx="9181801" cy="4309611"/>
              <a:chOff x="1486048" y="1477313"/>
              <a:chExt cx="9181801" cy="4309611"/>
            </a:xfrm>
          </p:grpSpPr>
          <p:sp>
            <p:nvSpPr>
              <p:cNvPr id="18" name="Title" descr="4128c750-15c1-47e4-a51c-ecad8d22fe35">
                <a:extLst>
                  <a:ext uri="{FF2B5EF4-FFF2-40B4-BE49-F238E27FC236}">
                    <a16:creationId xmlns:a16="http://schemas.microsoft.com/office/drawing/2014/main" id="{667ACCB8-349A-CEE3-670B-76F4F6C41F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77428" y="1477313"/>
                <a:ext cx="8624444" cy="58404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000000"/>
                    </a:solidFill>
                    <a:ea typeface="微软雅黑"/>
                  </a:rPr>
                  <a:t>丰富幻灯片内容</a:t>
                </a:r>
              </a:p>
            </p:txBody>
          </p:sp>
          <p:grpSp>
            <p:nvGrpSpPr>
              <p:cNvPr id="136" name="组合 135" descr="74fe1759-f0e4-459f-b518-2c89852f7253">
                <a:extLst>
                  <a:ext uri="{FF2B5EF4-FFF2-40B4-BE49-F238E27FC236}">
                    <a16:creationId xmlns:a16="http://schemas.microsoft.com/office/drawing/2014/main" id="{E588C04F-9A49-4BCC-59FF-8A9D093306A3}"/>
                  </a:ext>
                </a:extLst>
              </p:cNvPr>
              <p:cNvGrpSpPr/>
              <p:nvPr/>
            </p:nvGrpSpPr>
            <p:grpSpPr>
              <a:xfrm>
                <a:off x="1486048" y="2357868"/>
                <a:ext cx="2203303" cy="3429056"/>
                <a:chOff x="1486048" y="2357868"/>
                <a:chExt cx="2203303" cy="3429056"/>
              </a:xfrm>
            </p:grpSpPr>
            <p:sp>
              <p:nvSpPr>
                <p:cNvPr id="79" name="矩形: 圆角 78" descr="0987d32a-cb6e-48d0-af54-a6cecea76341">
                  <a:extLst>
                    <a:ext uri="{FF2B5EF4-FFF2-40B4-BE49-F238E27FC236}">
                      <a16:creationId xmlns:a16="http://schemas.microsoft.com/office/drawing/2014/main" id="{CE419C0E-15E4-8BC3-360B-570E6429CFD8}"/>
                    </a:ext>
                  </a:extLst>
                </p:cNvPr>
                <p:cNvSpPr/>
                <p:nvPr/>
              </p:nvSpPr>
              <p:spPr>
                <a:xfrm>
                  <a:off x="1535435" y="3429000"/>
                  <a:ext cx="2153916" cy="2357924"/>
                </a:xfrm>
                <a:prstGeom prst="roundRect">
                  <a:avLst>
                    <a:gd name="adj" fmla="val 2842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7" name="IconBackground1" descr="54fa664f-e43c-475e-9cda-22d58cfa279c">
                  <a:extLst>
                    <a:ext uri="{FF2B5EF4-FFF2-40B4-BE49-F238E27FC236}">
                      <a16:creationId xmlns:a16="http://schemas.microsoft.com/office/drawing/2014/main" id="{FECA37B7-092D-C613-DC4C-18ADABEFD2B5}"/>
                    </a:ext>
                  </a:extLst>
                </p:cNvPr>
                <p:cNvSpPr/>
                <p:nvPr/>
              </p:nvSpPr>
              <p:spPr>
                <a:xfrm>
                  <a:off x="1486048" y="2357868"/>
                  <a:ext cx="714227" cy="684534"/>
                </a:xfrm>
                <a:custGeom>
                  <a:avLst/>
                  <a:gdLst>
                    <a:gd name="connsiteX0" fmla="*/ 995697 w 1989373"/>
                    <a:gd name="connsiteY0" fmla="*/ 1052989 h 1906667"/>
                    <a:gd name="connsiteX1" fmla="*/ 994745 w 1989373"/>
                    <a:gd name="connsiteY1" fmla="*/ 1673162 h 1906667"/>
                    <a:gd name="connsiteX2" fmla="*/ 923117 w 1989373"/>
                    <a:gd name="connsiteY2" fmla="*/ 1690783 h 1906667"/>
                    <a:gd name="connsiteX3" fmla="*/ 546499 w 1989373"/>
                    <a:gd name="connsiteY3" fmla="*/ 1888713 h 1906667"/>
                    <a:gd name="connsiteX4" fmla="*/ 378573 w 1989373"/>
                    <a:gd name="connsiteY4" fmla="*/ 1872235 h 1906667"/>
                    <a:gd name="connsiteX5" fmla="*/ 995697 w 1989373"/>
                    <a:gd name="connsiteY5" fmla="*/ 1051560 h 1906667"/>
                    <a:gd name="connsiteX6" fmla="*/ 995697 w 1989373"/>
                    <a:gd name="connsiteY6" fmla="*/ 1052989 h 1906667"/>
                    <a:gd name="connsiteX7" fmla="*/ 378572 w 1989373"/>
                    <a:gd name="connsiteY7" fmla="*/ 1872139 h 1906667"/>
                    <a:gd name="connsiteX8" fmla="*/ 323613 w 1989373"/>
                    <a:gd name="connsiteY8" fmla="*/ 1726788 h 1906667"/>
                    <a:gd name="connsiteX9" fmla="*/ 395622 w 1989373"/>
                    <a:gd name="connsiteY9" fmla="*/ 1307688 h 1906667"/>
                    <a:gd name="connsiteX10" fmla="*/ 390002 w 1989373"/>
                    <a:gd name="connsiteY10" fmla="*/ 1233583 h 1906667"/>
                    <a:gd name="connsiteX11" fmla="*/ 993697 w 1989373"/>
                    <a:gd name="connsiteY11" fmla="*/ 1051942 h 1906667"/>
                    <a:gd name="connsiteX12" fmla="*/ 994554 w 1989373"/>
                    <a:gd name="connsiteY12" fmla="*/ 1051942 h 1906667"/>
                    <a:gd name="connsiteX13" fmla="*/ 4716 w 1989373"/>
                    <a:gd name="connsiteY13" fmla="*/ 727901 h 1906667"/>
                    <a:gd name="connsiteX14" fmla="*/ 993697 w 1989373"/>
                    <a:gd name="connsiteY14" fmla="*/ 1051656 h 1906667"/>
                    <a:gd name="connsiteX15" fmla="*/ 390002 w 1989373"/>
                    <a:gd name="connsiteY15" fmla="*/ 1233298 h 1906667"/>
                    <a:gd name="connsiteX16" fmla="*/ 351426 w 1989373"/>
                    <a:gd name="connsiteY16" fmla="*/ 1171575 h 1906667"/>
                    <a:gd name="connsiteX17" fmla="*/ 46626 w 1989373"/>
                    <a:gd name="connsiteY17" fmla="*/ 874491 h 1906667"/>
                    <a:gd name="connsiteX18" fmla="*/ 4716 w 1989373"/>
                    <a:gd name="connsiteY18" fmla="*/ 727901 h 1906667"/>
                    <a:gd name="connsiteX19" fmla="*/ 1373459 w 1989373"/>
                    <a:gd name="connsiteY19" fmla="*/ 528067 h 1906667"/>
                    <a:gd name="connsiteX20" fmla="*/ 1436134 w 1989373"/>
                    <a:gd name="connsiteY20" fmla="*/ 551975 h 1906667"/>
                    <a:gd name="connsiteX21" fmla="*/ 1857329 w 1989373"/>
                    <a:gd name="connsiteY21" fmla="*/ 613220 h 1906667"/>
                    <a:gd name="connsiteX22" fmla="*/ 1966586 w 1989373"/>
                    <a:gd name="connsiteY22" fmla="*/ 685109 h 1906667"/>
                    <a:gd name="connsiteX23" fmla="*/ 1984048 w 1989373"/>
                    <a:gd name="connsiteY23" fmla="*/ 726999 h 1906667"/>
                    <a:gd name="connsiteX24" fmla="*/ 1984488 w 1989373"/>
                    <a:gd name="connsiteY24" fmla="*/ 726854 h 1906667"/>
                    <a:gd name="connsiteX25" fmla="*/ 1942387 w 1989373"/>
                    <a:gd name="connsiteY25" fmla="*/ 874492 h 1906667"/>
                    <a:gd name="connsiteX26" fmla="*/ 1637587 w 1989373"/>
                    <a:gd name="connsiteY26" fmla="*/ 1171576 h 1906667"/>
                    <a:gd name="connsiteX27" fmla="*/ 1598916 w 1989373"/>
                    <a:gd name="connsiteY27" fmla="*/ 1233299 h 1906667"/>
                    <a:gd name="connsiteX28" fmla="*/ 999095 w 1989373"/>
                    <a:gd name="connsiteY28" fmla="*/ 1050781 h 1906667"/>
                    <a:gd name="connsiteX29" fmla="*/ 998625 w 1989373"/>
                    <a:gd name="connsiteY29" fmla="*/ 1050936 h 1906667"/>
                    <a:gd name="connsiteX30" fmla="*/ 1598249 w 1989373"/>
                    <a:gd name="connsiteY30" fmla="*/ 1233394 h 1906667"/>
                    <a:gd name="connsiteX31" fmla="*/ 1592724 w 1989373"/>
                    <a:gd name="connsiteY31" fmla="*/ 1307497 h 1906667"/>
                    <a:gd name="connsiteX32" fmla="*/ 1664638 w 1989373"/>
                    <a:gd name="connsiteY32" fmla="*/ 1726597 h 1906667"/>
                    <a:gd name="connsiteX33" fmla="*/ 1610441 w 1989373"/>
                    <a:gd name="connsiteY33" fmla="*/ 1872235 h 1906667"/>
                    <a:gd name="connsiteX34" fmla="*/ 1442610 w 1989373"/>
                    <a:gd name="connsiteY34" fmla="*/ 1888713 h 1906667"/>
                    <a:gd name="connsiteX35" fmla="*/ 1065992 w 1989373"/>
                    <a:gd name="connsiteY35" fmla="*/ 1690783 h 1906667"/>
                    <a:gd name="connsiteX36" fmla="*/ 994745 w 1989373"/>
                    <a:gd name="connsiteY36" fmla="*/ 1673162 h 1906667"/>
                    <a:gd name="connsiteX37" fmla="*/ 995697 w 1989373"/>
                    <a:gd name="connsiteY37" fmla="*/ 1052990 h 1906667"/>
                    <a:gd name="connsiteX38" fmla="*/ 997221 w 1989373"/>
                    <a:gd name="connsiteY38" fmla="*/ 1051085 h 1906667"/>
                    <a:gd name="connsiteX39" fmla="*/ 997912 w 1989373"/>
                    <a:gd name="connsiteY39" fmla="*/ 1051085 h 1906667"/>
                    <a:gd name="connsiteX40" fmla="*/ 997841 w 1989373"/>
                    <a:gd name="connsiteY40" fmla="*/ 1050990 h 1906667"/>
                    <a:gd name="connsiteX41" fmla="*/ 997698 w 1989373"/>
                    <a:gd name="connsiteY41" fmla="*/ 1050990 h 1906667"/>
                    <a:gd name="connsiteX42" fmla="*/ 997768 w 1989373"/>
                    <a:gd name="connsiteY42" fmla="*/ 1050893 h 1906667"/>
                    <a:gd name="connsiteX43" fmla="*/ 997698 w 1989373"/>
                    <a:gd name="connsiteY43" fmla="*/ 1050799 h 1906667"/>
                    <a:gd name="connsiteX44" fmla="*/ 997835 w 1989373"/>
                    <a:gd name="connsiteY44" fmla="*/ 1050799 h 1906667"/>
                    <a:gd name="connsiteX45" fmla="*/ 615650 w 1989373"/>
                    <a:gd name="connsiteY45" fmla="*/ 527399 h 1906667"/>
                    <a:gd name="connsiteX46" fmla="*/ 995697 w 1989373"/>
                    <a:gd name="connsiteY46" fmla="*/ 1047750 h 1906667"/>
                    <a:gd name="connsiteX47" fmla="*/ 995697 w 1989373"/>
                    <a:gd name="connsiteY47" fmla="*/ 1050989 h 1906667"/>
                    <a:gd name="connsiteX48" fmla="*/ 993697 w 1989373"/>
                    <a:gd name="connsiteY48" fmla="*/ 1051656 h 1906667"/>
                    <a:gd name="connsiteX49" fmla="*/ 4812 w 1989373"/>
                    <a:gd name="connsiteY49" fmla="*/ 727806 h 1906667"/>
                    <a:gd name="connsiteX50" fmla="*/ 131780 w 1989373"/>
                    <a:gd name="connsiteY50" fmla="*/ 612553 h 1906667"/>
                    <a:gd name="connsiteX51" fmla="*/ 552880 w 1989373"/>
                    <a:gd name="connsiteY51" fmla="*/ 551307 h 1906667"/>
                    <a:gd name="connsiteX52" fmla="*/ 615650 w 1989373"/>
                    <a:gd name="connsiteY52" fmla="*/ 527399 h 1906667"/>
                    <a:gd name="connsiteX53" fmla="*/ 997316 w 1989373"/>
                    <a:gd name="connsiteY53" fmla="*/ 0 h 1906667"/>
                    <a:gd name="connsiteX54" fmla="*/ 1132190 w 1989373"/>
                    <a:gd name="connsiteY54" fmla="*/ 85725 h 1906667"/>
                    <a:gd name="connsiteX55" fmla="*/ 1320500 w 1989373"/>
                    <a:gd name="connsiteY55" fmla="*/ 467393 h 1906667"/>
                    <a:gd name="connsiteX56" fmla="*/ 1373459 w 1989373"/>
                    <a:gd name="connsiteY56" fmla="*/ 527495 h 1906667"/>
                    <a:gd name="connsiteX57" fmla="*/ 997697 w 1989373"/>
                    <a:gd name="connsiteY57" fmla="*/ 1050417 h 1906667"/>
                    <a:gd name="connsiteX58" fmla="*/ 995697 w 1989373"/>
                    <a:gd name="connsiteY58" fmla="*/ 1047750 h 1906667"/>
                    <a:gd name="connsiteX59" fmla="*/ 995697 w 1989373"/>
                    <a:gd name="connsiteY59" fmla="*/ 1047611 h 1906667"/>
                    <a:gd name="connsiteX60" fmla="*/ 616031 w 1989373"/>
                    <a:gd name="connsiteY60" fmla="*/ 527877 h 1906667"/>
                    <a:gd name="connsiteX61" fmla="*/ 668895 w 1989373"/>
                    <a:gd name="connsiteY61" fmla="*/ 467869 h 1906667"/>
                    <a:gd name="connsiteX62" fmla="*/ 857204 w 1989373"/>
                    <a:gd name="connsiteY62" fmla="*/ 86202 h 1906667"/>
                    <a:gd name="connsiteX63" fmla="*/ 954234 w 1989373"/>
                    <a:gd name="connsiteY63" fmla="*/ 5634 h 1906667"/>
                    <a:gd name="connsiteX64" fmla="*/ 997316 w 1989373"/>
                    <a:gd name="connsiteY64" fmla="*/ 428 h 190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989373" h="1906667">
                      <a:moveTo>
                        <a:pt x="995697" y="1052989"/>
                      </a:moveTo>
                      <a:lnTo>
                        <a:pt x="994745" y="1673162"/>
                      </a:lnTo>
                      <a:cubicBezTo>
                        <a:pt x="969790" y="1673066"/>
                        <a:pt x="945186" y="1679163"/>
                        <a:pt x="923117" y="1690783"/>
                      </a:cubicBezTo>
                      <a:lnTo>
                        <a:pt x="546499" y="1888713"/>
                      </a:lnTo>
                      <a:cubicBezTo>
                        <a:pt x="492311" y="1917574"/>
                        <a:pt x="426122" y="1911001"/>
                        <a:pt x="378573" y="1872235"/>
                      </a:cubicBezTo>
                      <a:close/>
                      <a:moveTo>
                        <a:pt x="995697" y="1051560"/>
                      </a:moveTo>
                      <a:lnTo>
                        <a:pt x="995697" y="1052989"/>
                      </a:lnTo>
                      <a:lnTo>
                        <a:pt x="378572" y="1872139"/>
                      </a:lnTo>
                      <a:cubicBezTo>
                        <a:pt x="334881" y="1837468"/>
                        <a:pt x="313764" y="1781652"/>
                        <a:pt x="323613" y="1726788"/>
                      </a:cubicBezTo>
                      <a:lnTo>
                        <a:pt x="395622" y="1307688"/>
                      </a:lnTo>
                      <a:cubicBezTo>
                        <a:pt x="399851" y="1282923"/>
                        <a:pt x="397927" y="1257491"/>
                        <a:pt x="390002" y="1233583"/>
                      </a:cubicBezTo>
                      <a:lnTo>
                        <a:pt x="993697" y="1051942"/>
                      </a:lnTo>
                      <a:lnTo>
                        <a:pt x="994554" y="1051942"/>
                      </a:lnTo>
                      <a:close/>
                      <a:moveTo>
                        <a:pt x="4716" y="727901"/>
                      </a:moveTo>
                      <a:lnTo>
                        <a:pt x="993697" y="1051656"/>
                      </a:lnTo>
                      <a:lnTo>
                        <a:pt x="390002" y="1233298"/>
                      </a:lnTo>
                      <a:cubicBezTo>
                        <a:pt x="382297" y="1209961"/>
                        <a:pt x="369057" y="1188721"/>
                        <a:pt x="351426" y="1171575"/>
                      </a:cubicBezTo>
                      <a:lnTo>
                        <a:pt x="46626" y="874491"/>
                      </a:lnTo>
                      <a:cubicBezTo>
                        <a:pt x="7212" y="836772"/>
                        <a:pt x="-8800" y="780765"/>
                        <a:pt x="4716" y="727901"/>
                      </a:cubicBezTo>
                      <a:close/>
                      <a:moveTo>
                        <a:pt x="1373459" y="528067"/>
                      </a:moveTo>
                      <a:cubicBezTo>
                        <a:pt x="1392299" y="540640"/>
                        <a:pt x="1413721" y="548831"/>
                        <a:pt x="1436134" y="551975"/>
                      </a:cubicBezTo>
                      <a:lnTo>
                        <a:pt x="1857329" y="613220"/>
                      </a:lnTo>
                      <a:cubicBezTo>
                        <a:pt x="1903478" y="619650"/>
                        <a:pt x="1943229" y="646600"/>
                        <a:pt x="1966586" y="685109"/>
                      </a:cubicBezTo>
                      <a:lnTo>
                        <a:pt x="1984048" y="726999"/>
                      </a:lnTo>
                      <a:lnTo>
                        <a:pt x="1984488" y="726854"/>
                      </a:lnTo>
                      <a:cubicBezTo>
                        <a:pt x="1998347" y="780099"/>
                        <a:pt x="1982230" y="836582"/>
                        <a:pt x="1942387" y="874492"/>
                      </a:cubicBezTo>
                      <a:lnTo>
                        <a:pt x="1637587" y="1171576"/>
                      </a:lnTo>
                      <a:cubicBezTo>
                        <a:pt x="1619899" y="1188721"/>
                        <a:pt x="1606631" y="1209867"/>
                        <a:pt x="1598916" y="1233299"/>
                      </a:cubicBezTo>
                      <a:lnTo>
                        <a:pt x="999095" y="1050781"/>
                      </a:lnTo>
                      <a:lnTo>
                        <a:pt x="998625" y="1050936"/>
                      </a:lnTo>
                      <a:lnTo>
                        <a:pt x="1598249" y="1233394"/>
                      </a:lnTo>
                      <a:cubicBezTo>
                        <a:pt x="1590410" y="1257301"/>
                        <a:pt x="1588505" y="1282733"/>
                        <a:pt x="1592724" y="1307497"/>
                      </a:cubicBezTo>
                      <a:lnTo>
                        <a:pt x="1664638" y="1726597"/>
                      </a:lnTo>
                      <a:cubicBezTo>
                        <a:pt x="1674773" y="1781462"/>
                        <a:pt x="1653951" y="1837373"/>
                        <a:pt x="1610441" y="1872235"/>
                      </a:cubicBezTo>
                      <a:cubicBezTo>
                        <a:pt x="1562978" y="1911192"/>
                        <a:pt x="1496741" y="1917669"/>
                        <a:pt x="1442610" y="1888713"/>
                      </a:cubicBezTo>
                      <a:lnTo>
                        <a:pt x="1065992" y="1690783"/>
                      </a:lnTo>
                      <a:cubicBezTo>
                        <a:pt x="1044036" y="1679163"/>
                        <a:pt x="1019576" y="1673162"/>
                        <a:pt x="994745" y="1673162"/>
                      </a:cubicBezTo>
                      <a:lnTo>
                        <a:pt x="995697" y="1052990"/>
                      </a:lnTo>
                      <a:lnTo>
                        <a:pt x="997221" y="1051085"/>
                      </a:lnTo>
                      <a:lnTo>
                        <a:pt x="997912" y="1051085"/>
                      </a:lnTo>
                      <a:lnTo>
                        <a:pt x="997841" y="1050990"/>
                      </a:lnTo>
                      <a:lnTo>
                        <a:pt x="997698" y="1050990"/>
                      </a:lnTo>
                      <a:lnTo>
                        <a:pt x="997768" y="1050893"/>
                      </a:lnTo>
                      <a:lnTo>
                        <a:pt x="997698" y="1050799"/>
                      </a:lnTo>
                      <a:lnTo>
                        <a:pt x="997835" y="1050799"/>
                      </a:lnTo>
                      <a:close/>
                      <a:moveTo>
                        <a:pt x="615650" y="527399"/>
                      </a:moveTo>
                      <a:lnTo>
                        <a:pt x="995697" y="1047750"/>
                      </a:lnTo>
                      <a:lnTo>
                        <a:pt x="995697" y="1050989"/>
                      </a:lnTo>
                      <a:lnTo>
                        <a:pt x="993697" y="1051656"/>
                      </a:lnTo>
                      <a:lnTo>
                        <a:pt x="4812" y="727806"/>
                      </a:lnTo>
                      <a:cubicBezTo>
                        <a:pt x="19461" y="666941"/>
                        <a:pt x="69810" y="621221"/>
                        <a:pt x="131780" y="612553"/>
                      </a:cubicBezTo>
                      <a:lnTo>
                        <a:pt x="552880" y="551307"/>
                      </a:lnTo>
                      <a:cubicBezTo>
                        <a:pt x="575331" y="548164"/>
                        <a:pt x="596771" y="539973"/>
                        <a:pt x="615650" y="527399"/>
                      </a:cubicBezTo>
                      <a:close/>
                      <a:moveTo>
                        <a:pt x="997316" y="0"/>
                      </a:moveTo>
                      <a:cubicBezTo>
                        <a:pt x="1054933" y="572"/>
                        <a:pt x="1107235" y="33814"/>
                        <a:pt x="1132190" y="85725"/>
                      </a:cubicBezTo>
                      <a:lnTo>
                        <a:pt x="1320500" y="467393"/>
                      </a:lnTo>
                      <a:cubicBezTo>
                        <a:pt x="1332539" y="491776"/>
                        <a:pt x="1350808" y="512446"/>
                        <a:pt x="1373459" y="527495"/>
                      </a:cubicBezTo>
                      <a:lnTo>
                        <a:pt x="997697" y="1050417"/>
                      </a:lnTo>
                      <a:lnTo>
                        <a:pt x="995697" y="1047750"/>
                      </a:lnTo>
                      <a:lnTo>
                        <a:pt x="995697" y="1047611"/>
                      </a:lnTo>
                      <a:lnTo>
                        <a:pt x="616031" y="527877"/>
                      </a:lnTo>
                      <a:cubicBezTo>
                        <a:pt x="638681" y="512923"/>
                        <a:pt x="656931" y="492253"/>
                        <a:pt x="668895" y="467869"/>
                      </a:cubicBezTo>
                      <a:lnTo>
                        <a:pt x="857204" y="86202"/>
                      </a:lnTo>
                      <a:cubicBezTo>
                        <a:pt x="876635" y="45911"/>
                        <a:pt x="912407" y="16979"/>
                        <a:pt x="954234" y="5634"/>
                      </a:cubicBezTo>
                      <a:lnTo>
                        <a:pt x="997316" y="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endParaRPr/>
                </a:p>
              </p:txBody>
            </p:sp>
            <p:sp>
              <p:nvSpPr>
                <p:cNvPr id="21" name="Text1" descr="ed742d0e-6034-46d5-a9dc-9896884e56b6">
                  <a:extLst>
                    <a:ext uri="{FF2B5EF4-FFF2-40B4-BE49-F238E27FC236}">
                      <a16:creationId xmlns:a16="http://schemas.microsoft.com/office/drawing/2014/main" id="{D6AAA587-37FA-7918-D69E-49D1CF34013C}"/>
                    </a:ext>
                  </a:extLst>
                </p:cNvPr>
                <p:cNvSpPr txBox="1"/>
                <p:nvPr/>
              </p:nvSpPr>
              <p:spPr>
                <a:xfrm>
                  <a:off x="1617982" y="4250983"/>
                  <a:ext cx="1988820" cy="140208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在幻灯片中，可通过文本框添加标题、正文等内容。选择合适的字体和颜色，使文本清晰易读。 </a:t>
                  </a:r>
                </a:p>
              </p:txBody>
            </p:sp>
            <p:sp>
              <p:nvSpPr>
                <p:cNvPr id="22" name="Bullet1" descr="9b8a270a-52ef-4574-8211-1636021001ca">
                  <a:extLst>
                    <a:ext uri="{FF2B5EF4-FFF2-40B4-BE49-F238E27FC236}">
                      <a16:creationId xmlns:a16="http://schemas.microsoft.com/office/drawing/2014/main" id="{0A49EC0F-5E39-DC88-49DE-32A74BD2B40F}"/>
                    </a:ext>
                  </a:extLst>
                </p:cNvPr>
                <p:cNvSpPr txBox="1"/>
                <p:nvPr/>
              </p:nvSpPr>
              <p:spPr>
                <a:xfrm>
                  <a:off x="1617982" y="3481389"/>
                  <a:ext cx="1988818" cy="769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添加文本</a:t>
                  </a:r>
                </a:p>
              </p:txBody>
            </p:sp>
            <p:cxnSp>
              <p:nvCxnSpPr>
                <p:cNvPr id="24" name="直接连接符 23" descr="e9ec7466-1d22-44b3-9257-9cc415b22b6f">
                  <a:extLst>
                    <a:ext uri="{FF2B5EF4-FFF2-40B4-BE49-F238E27FC236}">
                      <a16:creationId xmlns:a16="http://schemas.microsoft.com/office/drawing/2014/main" id="{E99058FC-6F4A-85C2-B769-0944A5317B63}"/>
                    </a:ext>
                  </a:extLst>
                </p:cNvPr>
                <p:cNvCxnSpPr>
                  <a:cxnSpLocks/>
                  <a:stCxn id="17" idx="1"/>
                </p:cNvCxnSpPr>
                <p:nvPr/>
              </p:nvCxnSpPr>
              <p:spPr>
                <a:xfrm>
                  <a:off x="1843183" y="2958569"/>
                  <a:ext cx="0" cy="356132"/>
                </a:xfrm>
                <a:prstGeom prst="line">
                  <a:avLst/>
                </a:prstGeom>
                <a:ln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Icon1" descr="78d3a5c0-9d8f-4908-8e75-befcd0063145">
                  <a:extLst>
                    <a:ext uri="{FF2B5EF4-FFF2-40B4-BE49-F238E27FC236}">
                      <a16:creationId xmlns:a16="http://schemas.microsoft.com/office/drawing/2014/main" id="{E1160B87-2EAA-3936-63D0-999DF56CB1A1}"/>
                    </a:ext>
                  </a:extLst>
                </p:cNvPr>
                <p:cNvSpPr/>
                <p:nvPr/>
              </p:nvSpPr>
              <p:spPr>
                <a:xfrm>
                  <a:off x="1709861" y="2590024"/>
                  <a:ext cx="266644" cy="246593"/>
                </a:xfrm>
                <a:custGeom>
                  <a:avLst/>
                  <a:gdLst>
                    <a:gd name="connsiteX0" fmla="*/ 307303 w 605085"/>
                    <a:gd name="connsiteY0" fmla="*/ 440470 h 559584"/>
                    <a:gd name="connsiteX1" fmla="*/ 325920 w 605085"/>
                    <a:gd name="connsiteY1" fmla="*/ 448113 h 559584"/>
                    <a:gd name="connsiteX2" fmla="*/ 325920 w 605085"/>
                    <a:gd name="connsiteY2" fmla="*/ 485127 h 559584"/>
                    <a:gd name="connsiteX3" fmla="*/ 288836 w 605085"/>
                    <a:gd name="connsiteY3" fmla="*/ 485127 h 559584"/>
                    <a:gd name="connsiteX4" fmla="*/ 288836 w 605085"/>
                    <a:gd name="connsiteY4" fmla="*/ 448113 h 559584"/>
                    <a:gd name="connsiteX5" fmla="*/ 307303 w 605085"/>
                    <a:gd name="connsiteY5" fmla="*/ 440470 h 559584"/>
                    <a:gd name="connsiteX6" fmla="*/ 307301 w 605085"/>
                    <a:gd name="connsiteY6" fmla="*/ 418902 h 559584"/>
                    <a:gd name="connsiteX7" fmla="*/ 273533 w 605085"/>
                    <a:gd name="connsiteY7" fmla="*/ 432985 h 559584"/>
                    <a:gd name="connsiteX8" fmla="*/ 273533 w 605085"/>
                    <a:gd name="connsiteY8" fmla="*/ 500405 h 559584"/>
                    <a:gd name="connsiteX9" fmla="*/ 307301 w 605085"/>
                    <a:gd name="connsiteY9" fmla="*/ 514338 h 559584"/>
                    <a:gd name="connsiteX10" fmla="*/ 341068 w 605085"/>
                    <a:gd name="connsiteY10" fmla="*/ 500405 h 559584"/>
                    <a:gd name="connsiteX11" fmla="*/ 341068 w 605085"/>
                    <a:gd name="connsiteY11" fmla="*/ 432985 h 559584"/>
                    <a:gd name="connsiteX12" fmla="*/ 307301 w 605085"/>
                    <a:gd name="connsiteY12" fmla="*/ 418902 h 559584"/>
                    <a:gd name="connsiteX13" fmla="*/ 188893 w 605085"/>
                    <a:gd name="connsiteY13" fmla="*/ 374420 h 559584"/>
                    <a:gd name="connsiteX14" fmla="*/ 207368 w 605085"/>
                    <a:gd name="connsiteY14" fmla="*/ 382063 h 559584"/>
                    <a:gd name="connsiteX15" fmla="*/ 215179 w 605085"/>
                    <a:gd name="connsiteY15" fmla="*/ 400645 h 559584"/>
                    <a:gd name="connsiteX16" fmla="*/ 207368 w 605085"/>
                    <a:gd name="connsiteY16" fmla="*/ 419077 h 559584"/>
                    <a:gd name="connsiteX17" fmla="*/ 170268 w 605085"/>
                    <a:gd name="connsiteY17" fmla="*/ 419077 h 559584"/>
                    <a:gd name="connsiteX18" fmla="*/ 162608 w 605085"/>
                    <a:gd name="connsiteY18" fmla="*/ 400645 h 559584"/>
                    <a:gd name="connsiteX19" fmla="*/ 170268 w 605085"/>
                    <a:gd name="connsiteY19" fmla="*/ 382063 h 559584"/>
                    <a:gd name="connsiteX20" fmla="*/ 188893 w 605085"/>
                    <a:gd name="connsiteY20" fmla="*/ 374420 h 559584"/>
                    <a:gd name="connsiteX21" fmla="*/ 426769 w 605085"/>
                    <a:gd name="connsiteY21" fmla="*/ 373503 h 559584"/>
                    <a:gd name="connsiteX22" fmla="*/ 445395 w 605085"/>
                    <a:gd name="connsiteY22" fmla="*/ 381145 h 559584"/>
                    <a:gd name="connsiteX23" fmla="*/ 453055 w 605085"/>
                    <a:gd name="connsiteY23" fmla="*/ 399724 h 559584"/>
                    <a:gd name="connsiteX24" fmla="*/ 445395 w 605085"/>
                    <a:gd name="connsiteY24" fmla="*/ 418302 h 559584"/>
                    <a:gd name="connsiteX25" fmla="*/ 408144 w 605085"/>
                    <a:gd name="connsiteY25" fmla="*/ 418302 h 559584"/>
                    <a:gd name="connsiteX26" fmla="*/ 400484 w 605085"/>
                    <a:gd name="connsiteY26" fmla="*/ 399724 h 559584"/>
                    <a:gd name="connsiteX27" fmla="*/ 408144 w 605085"/>
                    <a:gd name="connsiteY27" fmla="*/ 381145 h 559584"/>
                    <a:gd name="connsiteX28" fmla="*/ 426769 w 605085"/>
                    <a:gd name="connsiteY28" fmla="*/ 373503 h 559584"/>
                    <a:gd name="connsiteX29" fmla="*/ 188890 w 605085"/>
                    <a:gd name="connsiteY29" fmla="*/ 352830 h 559584"/>
                    <a:gd name="connsiteX30" fmla="*/ 155123 w 605085"/>
                    <a:gd name="connsiteY30" fmla="*/ 366764 h 559584"/>
                    <a:gd name="connsiteX31" fmla="*/ 141016 w 605085"/>
                    <a:gd name="connsiteY31" fmla="*/ 400623 h 559584"/>
                    <a:gd name="connsiteX32" fmla="*/ 155123 w 605085"/>
                    <a:gd name="connsiteY32" fmla="*/ 434333 h 559584"/>
                    <a:gd name="connsiteX33" fmla="*/ 188890 w 605085"/>
                    <a:gd name="connsiteY33" fmla="*/ 448267 h 559584"/>
                    <a:gd name="connsiteX34" fmla="*/ 222657 w 605085"/>
                    <a:gd name="connsiteY34" fmla="*/ 434333 h 559584"/>
                    <a:gd name="connsiteX35" fmla="*/ 236615 w 605085"/>
                    <a:gd name="connsiteY35" fmla="*/ 400623 h 559584"/>
                    <a:gd name="connsiteX36" fmla="*/ 222657 w 605085"/>
                    <a:gd name="connsiteY36" fmla="*/ 366764 h 559584"/>
                    <a:gd name="connsiteX37" fmla="*/ 188890 w 605085"/>
                    <a:gd name="connsiteY37" fmla="*/ 352830 h 559584"/>
                    <a:gd name="connsiteX38" fmla="*/ 426762 w 605085"/>
                    <a:gd name="connsiteY38" fmla="*/ 351931 h 559584"/>
                    <a:gd name="connsiteX39" fmla="*/ 392994 w 605085"/>
                    <a:gd name="connsiteY39" fmla="*/ 366015 h 559584"/>
                    <a:gd name="connsiteX40" fmla="*/ 379037 w 605085"/>
                    <a:gd name="connsiteY40" fmla="*/ 399724 h 559584"/>
                    <a:gd name="connsiteX41" fmla="*/ 392994 w 605085"/>
                    <a:gd name="connsiteY41" fmla="*/ 433434 h 559584"/>
                    <a:gd name="connsiteX42" fmla="*/ 426762 w 605085"/>
                    <a:gd name="connsiteY42" fmla="*/ 447368 h 559584"/>
                    <a:gd name="connsiteX43" fmla="*/ 460529 w 605085"/>
                    <a:gd name="connsiteY43" fmla="*/ 433434 h 559584"/>
                    <a:gd name="connsiteX44" fmla="*/ 474486 w 605085"/>
                    <a:gd name="connsiteY44" fmla="*/ 399724 h 559584"/>
                    <a:gd name="connsiteX45" fmla="*/ 460529 w 605085"/>
                    <a:gd name="connsiteY45" fmla="*/ 366015 h 559584"/>
                    <a:gd name="connsiteX46" fmla="*/ 426762 w 605085"/>
                    <a:gd name="connsiteY46" fmla="*/ 351931 h 559584"/>
                    <a:gd name="connsiteX47" fmla="*/ 494154 w 605085"/>
                    <a:gd name="connsiteY47" fmla="*/ 253965 h 559584"/>
                    <a:gd name="connsiteX48" fmla="*/ 512775 w 605085"/>
                    <a:gd name="connsiteY48" fmla="*/ 261607 h 559584"/>
                    <a:gd name="connsiteX49" fmla="*/ 512775 w 605085"/>
                    <a:gd name="connsiteY49" fmla="*/ 298764 h 559584"/>
                    <a:gd name="connsiteX50" fmla="*/ 475533 w 605085"/>
                    <a:gd name="connsiteY50" fmla="*/ 298764 h 559584"/>
                    <a:gd name="connsiteX51" fmla="*/ 467874 w 605085"/>
                    <a:gd name="connsiteY51" fmla="*/ 280186 h 559584"/>
                    <a:gd name="connsiteX52" fmla="*/ 475533 w 605085"/>
                    <a:gd name="connsiteY52" fmla="*/ 261607 h 559584"/>
                    <a:gd name="connsiteX53" fmla="*/ 494154 w 605085"/>
                    <a:gd name="connsiteY53" fmla="*/ 253965 h 559584"/>
                    <a:gd name="connsiteX54" fmla="*/ 119099 w 605085"/>
                    <a:gd name="connsiteY54" fmla="*/ 252483 h 559584"/>
                    <a:gd name="connsiteX55" fmla="*/ 137720 w 605085"/>
                    <a:gd name="connsiteY55" fmla="*/ 260125 h 559584"/>
                    <a:gd name="connsiteX56" fmla="*/ 137569 w 605085"/>
                    <a:gd name="connsiteY56" fmla="*/ 297282 h 559584"/>
                    <a:gd name="connsiteX57" fmla="*/ 100478 w 605085"/>
                    <a:gd name="connsiteY57" fmla="*/ 297282 h 559584"/>
                    <a:gd name="connsiteX58" fmla="*/ 92819 w 605085"/>
                    <a:gd name="connsiteY58" fmla="*/ 278704 h 559584"/>
                    <a:gd name="connsiteX59" fmla="*/ 100478 w 605085"/>
                    <a:gd name="connsiteY59" fmla="*/ 260125 h 559584"/>
                    <a:gd name="connsiteX60" fmla="*/ 119099 w 605085"/>
                    <a:gd name="connsiteY60" fmla="*/ 252483 h 559584"/>
                    <a:gd name="connsiteX61" fmla="*/ 494146 w 605085"/>
                    <a:gd name="connsiteY61" fmla="*/ 232524 h 559584"/>
                    <a:gd name="connsiteX62" fmla="*/ 460379 w 605085"/>
                    <a:gd name="connsiteY62" fmla="*/ 246457 h 559584"/>
                    <a:gd name="connsiteX63" fmla="*/ 446422 w 605085"/>
                    <a:gd name="connsiteY63" fmla="*/ 280167 h 559584"/>
                    <a:gd name="connsiteX64" fmla="*/ 460379 w 605085"/>
                    <a:gd name="connsiteY64" fmla="*/ 313877 h 559584"/>
                    <a:gd name="connsiteX65" fmla="*/ 494146 w 605085"/>
                    <a:gd name="connsiteY65" fmla="*/ 327810 h 559584"/>
                    <a:gd name="connsiteX66" fmla="*/ 527913 w 605085"/>
                    <a:gd name="connsiteY66" fmla="*/ 313877 h 559584"/>
                    <a:gd name="connsiteX67" fmla="*/ 527913 w 605085"/>
                    <a:gd name="connsiteY67" fmla="*/ 246457 h 559584"/>
                    <a:gd name="connsiteX68" fmla="*/ 494146 w 605085"/>
                    <a:gd name="connsiteY68" fmla="*/ 232524 h 559584"/>
                    <a:gd name="connsiteX69" fmla="*/ 119105 w 605085"/>
                    <a:gd name="connsiteY69" fmla="*/ 231025 h 559584"/>
                    <a:gd name="connsiteX70" fmla="*/ 85338 w 605085"/>
                    <a:gd name="connsiteY70" fmla="*/ 244959 h 559584"/>
                    <a:gd name="connsiteX71" fmla="*/ 71230 w 605085"/>
                    <a:gd name="connsiteY71" fmla="*/ 278669 h 559584"/>
                    <a:gd name="connsiteX72" fmla="*/ 85338 w 605085"/>
                    <a:gd name="connsiteY72" fmla="*/ 312378 h 559584"/>
                    <a:gd name="connsiteX73" fmla="*/ 119105 w 605085"/>
                    <a:gd name="connsiteY73" fmla="*/ 326312 h 559584"/>
                    <a:gd name="connsiteX74" fmla="*/ 152872 w 605085"/>
                    <a:gd name="connsiteY74" fmla="*/ 312378 h 559584"/>
                    <a:gd name="connsiteX75" fmla="*/ 152872 w 605085"/>
                    <a:gd name="connsiteY75" fmla="*/ 244959 h 559584"/>
                    <a:gd name="connsiteX76" fmla="*/ 119105 w 605085"/>
                    <a:gd name="connsiteY76" fmla="*/ 231025 h 559584"/>
                    <a:gd name="connsiteX77" fmla="*/ 194432 w 605085"/>
                    <a:gd name="connsiteY77" fmla="*/ 78398 h 559584"/>
                    <a:gd name="connsiteX78" fmla="*/ 221890 w 605085"/>
                    <a:gd name="connsiteY78" fmla="*/ 90821 h 559584"/>
                    <a:gd name="connsiteX79" fmla="*/ 228192 w 605085"/>
                    <a:gd name="connsiteY79" fmla="*/ 134077 h 559584"/>
                    <a:gd name="connsiteX80" fmla="*/ 212287 w 605085"/>
                    <a:gd name="connsiteY80" fmla="*/ 140213 h 559584"/>
                    <a:gd name="connsiteX81" fmla="*/ 184829 w 605085"/>
                    <a:gd name="connsiteY81" fmla="*/ 127790 h 559584"/>
                    <a:gd name="connsiteX82" fmla="*/ 178527 w 605085"/>
                    <a:gd name="connsiteY82" fmla="*/ 84535 h 559584"/>
                    <a:gd name="connsiteX83" fmla="*/ 194432 w 605085"/>
                    <a:gd name="connsiteY83" fmla="*/ 78398 h 559584"/>
                    <a:gd name="connsiteX84" fmla="*/ 194443 w 605085"/>
                    <a:gd name="connsiteY84" fmla="*/ 56932 h 559584"/>
                    <a:gd name="connsiteX85" fmla="*/ 163377 w 605085"/>
                    <a:gd name="connsiteY85" fmla="*/ 69368 h 559584"/>
                    <a:gd name="connsiteX86" fmla="*/ 169681 w 605085"/>
                    <a:gd name="connsiteY86" fmla="*/ 143080 h 559584"/>
                    <a:gd name="connsiteX87" fmla="*/ 212302 w 605085"/>
                    <a:gd name="connsiteY87" fmla="*/ 161658 h 559584"/>
                    <a:gd name="connsiteX88" fmla="*/ 243518 w 605085"/>
                    <a:gd name="connsiteY88" fmla="*/ 149372 h 559584"/>
                    <a:gd name="connsiteX89" fmla="*/ 237215 w 605085"/>
                    <a:gd name="connsiteY89" fmla="*/ 75660 h 559584"/>
                    <a:gd name="connsiteX90" fmla="*/ 194443 w 605085"/>
                    <a:gd name="connsiteY90" fmla="*/ 56932 h 559584"/>
                    <a:gd name="connsiteX91" fmla="*/ 184688 w 605085"/>
                    <a:gd name="connsiteY91" fmla="*/ 0 h 559584"/>
                    <a:gd name="connsiteX92" fmla="*/ 274284 w 605085"/>
                    <a:gd name="connsiteY92" fmla="*/ 37006 h 559584"/>
                    <a:gd name="connsiteX93" fmla="*/ 311203 w 605085"/>
                    <a:gd name="connsiteY93" fmla="*/ 121955 h 559584"/>
                    <a:gd name="connsiteX94" fmla="*/ 311353 w 605085"/>
                    <a:gd name="connsiteY94" fmla="*/ 123004 h 559584"/>
                    <a:gd name="connsiteX95" fmla="*/ 311203 w 605085"/>
                    <a:gd name="connsiteY95" fmla="*/ 124053 h 559584"/>
                    <a:gd name="connsiteX96" fmla="*/ 311053 w 605085"/>
                    <a:gd name="connsiteY96" fmla="*/ 128547 h 559584"/>
                    <a:gd name="connsiteX97" fmla="*/ 311203 w 605085"/>
                    <a:gd name="connsiteY97" fmla="*/ 131244 h 559584"/>
                    <a:gd name="connsiteX98" fmla="*/ 324409 w 605085"/>
                    <a:gd name="connsiteY98" fmla="*/ 165853 h 559584"/>
                    <a:gd name="connsiteX99" fmla="*/ 356226 w 605085"/>
                    <a:gd name="connsiteY99" fmla="*/ 179037 h 559584"/>
                    <a:gd name="connsiteX100" fmla="*/ 388042 w 605085"/>
                    <a:gd name="connsiteY100" fmla="*/ 165853 h 559584"/>
                    <a:gd name="connsiteX101" fmla="*/ 477637 w 605085"/>
                    <a:gd name="connsiteY101" fmla="*/ 128697 h 559584"/>
                    <a:gd name="connsiteX102" fmla="*/ 567383 w 605085"/>
                    <a:gd name="connsiteY102" fmla="*/ 165853 h 559584"/>
                    <a:gd name="connsiteX103" fmla="*/ 604302 w 605085"/>
                    <a:gd name="connsiteY103" fmla="*/ 249753 h 559584"/>
                    <a:gd name="connsiteX104" fmla="*/ 605052 w 605085"/>
                    <a:gd name="connsiteY104" fmla="*/ 252899 h 559584"/>
                    <a:gd name="connsiteX105" fmla="*/ 516357 w 605085"/>
                    <a:gd name="connsiteY105" fmla="*/ 471189 h 559584"/>
                    <a:gd name="connsiteX106" fmla="*/ 302348 w 605085"/>
                    <a:gd name="connsiteY106" fmla="*/ 559584 h 559584"/>
                    <a:gd name="connsiteX107" fmla="*/ 88489 w 605085"/>
                    <a:gd name="connsiteY107" fmla="*/ 471189 h 559584"/>
                    <a:gd name="connsiteX108" fmla="*/ 88339 w 605085"/>
                    <a:gd name="connsiteY108" fmla="*/ 44048 h 559584"/>
                    <a:gd name="connsiteX109" fmla="*/ 89239 w 605085"/>
                    <a:gd name="connsiteY109" fmla="*/ 43149 h 559584"/>
                    <a:gd name="connsiteX110" fmla="*/ 89840 w 605085"/>
                    <a:gd name="connsiteY110" fmla="*/ 42550 h 559584"/>
                    <a:gd name="connsiteX111" fmla="*/ 94792 w 605085"/>
                    <a:gd name="connsiteY111" fmla="*/ 37006 h 559584"/>
                    <a:gd name="connsiteX112" fmla="*/ 111451 w 605085"/>
                    <a:gd name="connsiteY112" fmla="*/ 23223 h 559584"/>
                    <a:gd name="connsiteX113" fmla="*/ 184688 w 605085"/>
                    <a:gd name="connsiteY113" fmla="*/ 0 h 559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</a:cxnLst>
                  <a:rect l="l" t="t" r="r" b="b"/>
                  <a:pathLst>
                    <a:path w="605085" h="559584">
                      <a:moveTo>
                        <a:pt x="307303" y="440470"/>
                      </a:moveTo>
                      <a:cubicBezTo>
                        <a:pt x="314359" y="440470"/>
                        <a:pt x="320965" y="443168"/>
                        <a:pt x="325920" y="448113"/>
                      </a:cubicBezTo>
                      <a:cubicBezTo>
                        <a:pt x="336129" y="458303"/>
                        <a:pt x="336129" y="474937"/>
                        <a:pt x="325920" y="485127"/>
                      </a:cubicBezTo>
                      <a:cubicBezTo>
                        <a:pt x="316011" y="495017"/>
                        <a:pt x="298745" y="495017"/>
                        <a:pt x="288836" y="485127"/>
                      </a:cubicBezTo>
                      <a:cubicBezTo>
                        <a:pt x="278477" y="474937"/>
                        <a:pt x="278477" y="458303"/>
                        <a:pt x="288836" y="448113"/>
                      </a:cubicBezTo>
                      <a:cubicBezTo>
                        <a:pt x="293791" y="443168"/>
                        <a:pt x="300397" y="440470"/>
                        <a:pt x="307303" y="440470"/>
                      </a:cubicBezTo>
                      <a:close/>
                      <a:moveTo>
                        <a:pt x="307301" y="418902"/>
                      </a:moveTo>
                      <a:cubicBezTo>
                        <a:pt x="294544" y="418902"/>
                        <a:pt x="282538" y="423846"/>
                        <a:pt x="273533" y="432985"/>
                      </a:cubicBezTo>
                      <a:cubicBezTo>
                        <a:pt x="254924" y="451563"/>
                        <a:pt x="254924" y="481827"/>
                        <a:pt x="273533" y="500405"/>
                      </a:cubicBezTo>
                      <a:cubicBezTo>
                        <a:pt x="282538" y="509394"/>
                        <a:pt x="294544" y="514338"/>
                        <a:pt x="307301" y="514338"/>
                      </a:cubicBezTo>
                      <a:cubicBezTo>
                        <a:pt x="320057" y="514338"/>
                        <a:pt x="332063" y="509394"/>
                        <a:pt x="341068" y="500405"/>
                      </a:cubicBezTo>
                      <a:cubicBezTo>
                        <a:pt x="359677" y="481827"/>
                        <a:pt x="359677" y="451563"/>
                        <a:pt x="341068" y="432985"/>
                      </a:cubicBezTo>
                      <a:cubicBezTo>
                        <a:pt x="332063" y="423846"/>
                        <a:pt x="320057" y="418902"/>
                        <a:pt x="307301" y="418902"/>
                      </a:cubicBezTo>
                      <a:close/>
                      <a:moveTo>
                        <a:pt x="188893" y="374420"/>
                      </a:moveTo>
                      <a:cubicBezTo>
                        <a:pt x="195803" y="374420"/>
                        <a:pt x="202412" y="377118"/>
                        <a:pt x="207368" y="382063"/>
                      </a:cubicBezTo>
                      <a:cubicBezTo>
                        <a:pt x="212325" y="387008"/>
                        <a:pt x="215179" y="393602"/>
                        <a:pt x="215179" y="400645"/>
                      </a:cubicBezTo>
                      <a:cubicBezTo>
                        <a:pt x="215179" y="407538"/>
                        <a:pt x="212325" y="414132"/>
                        <a:pt x="207368" y="419077"/>
                      </a:cubicBezTo>
                      <a:cubicBezTo>
                        <a:pt x="197455" y="428967"/>
                        <a:pt x="180182" y="428967"/>
                        <a:pt x="170268" y="419077"/>
                      </a:cubicBezTo>
                      <a:cubicBezTo>
                        <a:pt x="165312" y="414132"/>
                        <a:pt x="162608" y="407538"/>
                        <a:pt x="162608" y="400645"/>
                      </a:cubicBezTo>
                      <a:cubicBezTo>
                        <a:pt x="162608" y="393602"/>
                        <a:pt x="165312" y="387008"/>
                        <a:pt x="170268" y="382063"/>
                      </a:cubicBezTo>
                      <a:cubicBezTo>
                        <a:pt x="175225" y="377118"/>
                        <a:pt x="181834" y="374420"/>
                        <a:pt x="188893" y="374420"/>
                      </a:cubicBezTo>
                      <a:close/>
                      <a:moveTo>
                        <a:pt x="426769" y="373503"/>
                      </a:moveTo>
                      <a:cubicBezTo>
                        <a:pt x="433829" y="373503"/>
                        <a:pt x="440438" y="376200"/>
                        <a:pt x="445395" y="381145"/>
                      </a:cubicBezTo>
                      <a:cubicBezTo>
                        <a:pt x="450351" y="386089"/>
                        <a:pt x="453055" y="392682"/>
                        <a:pt x="453055" y="399724"/>
                      </a:cubicBezTo>
                      <a:cubicBezTo>
                        <a:pt x="453055" y="406766"/>
                        <a:pt x="450351" y="413208"/>
                        <a:pt x="445395" y="418302"/>
                      </a:cubicBezTo>
                      <a:cubicBezTo>
                        <a:pt x="435331" y="428191"/>
                        <a:pt x="418058" y="428191"/>
                        <a:pt x="408144" y="418302"/>
                      </a:cubicBezTo>
                      <a:cubicBezTo>
                        <a:pt x="403188" y="413208"/>
                        <a:pt x="400484" y="406766"/>
                        <a:pt x="400484" y="399724"/>
                      </a:cubicBezTo>
                      <a:cubicBezTo>
                        <a:pt x="400484" y="392682"/>
                        <a:pt x="403188" y="386089"/>
                        <a:pt x="408144" y="381145"/>
                      </a:cubicBezTo>
                      <a:cubicBezTo>
                        <a:pt x="413101" y="376200"/>
                        <a:pt x="419710" y="373503"/>
                        <a:pt x="426769" y="373503"/>
                      </a:cubicBezTo>
                      <a:close/>
                      <a:moveTo>
                        <a:pt x="188890" y="352830"/>
                      </a:moveTo>
                      <a:cubicBezTo>
                        <a:pt x="176134" y="352830"/>
                        <a:pt x="164128" y="357774"/>
                        <a:pt x="155123" y="366764"/>
                      </a:cubicBezTo>
                      <a:cubicBezTo>
                        <a:pt x="145968" y="375903"/>
                        <a:pt x="141016" y="387889"/>
                        <a:pt x="141016" y="400623"/>
                      </a:cubicBezTo>
                      <a:cubicBezTo>
                        <a:pt x="141016" y="413358"/>
                        <a:pt x="145968" y="425194"/>
                        <a:pt x="155123" y="434333"/>
                      </a:cubicBezTo>
                      <a:cubicBezTo>
                        <a:pt x="164128" y="443323"/>
                        <a:pt x="176134" y="448267"/>
                        <a:pt x="188890" y="448267"/>
                      </a:cubicBezTo>
                      <a:cubicBezTo>
                        <a:pt x="201647" y="448267"/>
                        <a:pt x="213503" y="443323"/>
                        <a:pt x="222657" y="434333"/>
                      </a:cubicBezTo>
                      <a:cubicBezTo>
                        <a:pt x="231662" y="425194"/>
                        <a:pt x="236615" y="413358"/>
                        <a:pt x="236615" y="400623"/>
                      </a:cubicBezTo>
                      <a:cubicBezTo>
                        <a:pt x="236615" y="387739"/>
                        <a:pt x="231662" y="375903"/>
                        <a:pt x="222657" y="366764"/>
                      </a:cubicBezTo>
                      <a:cubicBezTo>
                        <a:pt x="213653" y="357774"/>
                        <a:pt x="201647" y="352830"/>
                        <a:pt x="188890" y="352830"/>
                      </a:cubicBezTo>
                      <a:close/>
                      <a:moveTo>
                        <a:pt x="426762" y="351931"/>
                      </a:moveTo>
                      <a:cubicBezTo>
                        <a:pt x="414005" y="351931"/>
                        <a:pt x="401999" y="356875"/>
                        <a:pt x="392994" y="366015"/>
                      </a:cubicBezTo>
                      <a:cubicBezTo>
                        <a:pt x="383990" y="375004"/>
                        <a:pt x="379037" y="386990"/>
                        <a:pt x="379037" y="399724"/>
                      </a:cubicBezTo>
                      <a:cubicBezTo>
                        <a:pt x="379037" y="412459"/>
                        <a:pt x="383990" y="424445"/>
                        <a:pt x="392994" y="433434"/>
                      </a:cubicBezTo>
                      <a:cubicBezTo>
                        <a:pt x="401999" y="442424"/>
                        <a:pt x="414005" y="447368"/>
                        <a:pt x="426762" y="447368"/>
                      </a:cubicBezTo>
                      <a:cubicBezTo>
                        <a:pt x="439518" y="447368"/>
                        <a:pt x="451524" y="442424"/>
                        <a:pt x="460529" y="433434"/>
                      </a:cubicBezTo>
                      <a:cubicBezTo>
                        <a:pt x="469533" y="424445"/>
                        <a:pt x="474486" y="412459"/>
                        <a:pt x="474486" y="399724"/>
                      </a:cubicBezTo>
                      <a:cubicBezTo>
                        <a:pt x="474486" y="386990"/>
                        <a:pt x="469533" y="375004"/>
                        <a:pt x="460529" y="366015"/>
                      </a:cubicBezTo>
                      <a:cubicBezTo>
                        <a:pt x="451524" y="356875"/>
                        <a:pt x="439518" y="351931"/>
                        <a:pt x="426762" y="351931"/>
                      </a:cubicBezTo>
                      <a:close/>
                      <a:moveTo>
                        <a:pt x="494154" y="253965"/>
                      </a:moveTo>
                      <a:cubicBezTo>
                        <a:pt x="501212" y="253965"/>
                        <a:pt x="507819" y="256662"/>
                        <a:pt x="512775" y="261607"/>
                      </a:cubicBezTo>
                      <a:cubicBezTo>
                        <a:pt x="522986" y="271795"/>
                        <a:pt x="522986" y="288426"/>
                        <a:pt x="512775" y="298764"/>
                      </a:cubicBezTo>
                      <a:cubicBezTo>
                        <a:pt x="502863" y="308653"/>
                        <a:pt x="485594" y="308653"/>
                        <a:pt x="475533" y="298764"/>
                      </a:cubicBezTo>
                      <a:cubicBezTo>
                        <a:pt x="470577" y="293820"/>
                        <a:pt x="467874" y="287228"/>
                        <a:pt x="467874" y="280186"/>
                      </a:cubicBezTo>
                      <a:cubicBezTo>
                        <a:pt x="467874" y="273144"/>
                        <a:pt x="470577" y="266551"/>
                        <a:pt x="475533" y="261607"/>
                      </a:cubicBezTo>
                      <a:cubicBezTo>
                        <a:pt x="480638" y="256662"/>
                        <a:pt x="487246" y="253965"/>
                        <a:pt x="494154" y="253965"/>
                      </a:cubicBezTo>
                      <a:close/>
                      <a:moveTo>
                        <a:pt x="119099" y="252483"/>
                      </a:moveTo>
                      <a:cubicBezTo>
                        <a:pt x="126157" y="252483"/>
                        <a:pt x="132764" y="255180"/>
                        <a:pt x="137720" y="260125"/>
                      </a:cubicBezTo>
                      <a:cubicBezTo>
                        <a:pt x="147931" y="270463"/>
                        <a:pt x="147931" y="287094"/>
                        <a:pt x="137569" y="297282"/>
                      </a:cubicBezTo>
                      <a:cubicBezTo>
                        <a:pt x="127658" y="307171"/>
                        <a:pt x="110389" y="307171"/>
                        <a:pt x="100478" y="297282"/>
                      </a:cubicBezTo>
                      <a:cubicBezTo>
                        <a:pt x="95522" y="292338"/>
                        <a:pt x="92819" y="285746"/>
                        <a:pt x="92819" y="278704"/>
                      </a:cubicBezTo>
                      <a:cubicBezTo>
                        <a:pt x="92819" y="271662"/>
                        <a:pt x="95522" y="265219"/>
                        <a:pt x="100478" y="260125"/>
                      </a:cubicBezTo>
                      <a:cubicBezTo>
                        <a:pt x="105433" y="255180"/>
                        <a:pt x="112041" y="252483"/>
                        <a:pt x="119099" y="252483"/>
                      </a:cubicBezTo>
                      <a:close/>
                      <a:moveTo>
                        <a:pt x="494146" y="232524"/>
                      </a:moveTo>
                      <a:cubicBezTo>
                        <a:pt x="481389" y="232524"/>
                        <a:pt x="469383" y="237468"/>
                        <a:pt x="460379" y="246457"/>
                      </a:cubicBezTo>
                      <a:cubicBezTo>
                        <a:pt x="451374" y="255446"/>
                        <a:pt x="446422" y="267432"/>
                        <a:pt x="446422" y="280167"/>
                      </a:cubicBezTo>
                      <a:cubicBezTo>
                        <a:pt x="446422" y="292902"/>
                        <a:pt x="451374" y="304887"/>
                        <a:pt x="460379" y="313877"/>
                      </a:cubicBezTo>
                      <a:cubicBezTo>
                        <a:pt x="469383" y="322866"/>
                        <a:pt x="481389" y="327810"/>
                        <a:pt x="494146" y="327810"/>
                      </a:cubicBezTo>
                      <a:cubicBezTo>
                        <a:pt x="506902" y="327810"/>
                        <a:pt x="518909" y="322866"/>
                        <a:pt x="527913" y="313877"/>
                      </a:cubicBezTo>
                      <a:cubicBezTo>
                        <a:pt x="546523" y="295299"/>
                        <a:pt x="546523" y="265035"/>
                        <a:pt x="527913" y="246457"/>
                      </a:cubicBezTo>
                      <a:cubicBezTo>
                        <a:pt x="518909" y="237468"/>
                        <a:pt x="506902" y="232524"/>
                        <a:pt x="494146" y="232524"/>
                      </a:cubicBezTo>
                      <a:close/>
                      <a:moveTo>
                        <a:pt x="119105" y="231025"/>
                      </a:moveTo>
                      <a:cubicBezTo>
                        <a:pt x="106348" y="231025"/>
                        <a:pt x="94342" y="235969"/>
                        <a:pt x="85338" y="244959"/>
                      </a:cubicBezTo>
                      <a:cubicBezTo>
                        <a:pt x="76333" y="253948"/>
                        <a:pt x="71230" y="265934"/>
                        <a:pt x="71230" y="278669"/>
                      </a:cubicBezTo>
                      <a:cubicBezTo>
                        <a:pt x="71230" y="291403"/>
                        <a:pt x="76333" y="303389"/>
                        <a:pt x="85338" y="312378"/>
                      </a:cubicBezTo>
                      <a:cubicBezTo>
                        <a:pt x="94342" y="321368"/>
                        <a:pt x="106348" y="326312"/>
                        <a:pt x="119105" y="326312"/>
                      </a:cubicBezTo>
                      <a:cubicBezTo>
                        <a:pt x="131861" y="326312"/>
                        <a:pt x="143867" y="321368"/>
                        <a:pt x="152872" y="312378"/>
                      </a:cubicBezTo>
                      <a:cubicBezTo>
                        <a:pt x="171481" y="293801"/>
                        <a:pt x="171481" y="263537"/>
                        <a:pt x="152872" y="244959"/>
                      </a:cubicBezTo>
                      <a:cubicBezTo>
                        <a:pt x="143867" y="235969"/>
                        <a:pt x="131861" y="231025"/>
                        <a:pt x="119105" y="231025"/>
                      </a:cubicBezTo>
                      <a:close/>
                      <a:moveTo>
                        <a:pt x="194432" y="78398"/>
                      </a:moveTo>
                      <a:cubicBezTo>
                        <a:pt x="204035" y="78398"/>
                        <a:pt x="214088" y="82888"/>
                        <a:pt x="221890" y="90821"/>
                      </a:cubicBezTo>
                      <a:cubicBezTo>
                        <a:pt x="235694" y="104441"/>
                        <a:pt x="238395" y="123899"/>
                        <a:pt x="228192" y="134077"/>
                      </a:cubicBezTo>
                      <a:cubicBezTo>
                        <a:pt x="223240" y="139166"/>
                        <a:pt x="216789" y="140213"/>
                        <a:pt x="212287" y="140213"/>
                      </a:cubicBezTo>
                      <a:cubicBezTo>
                        <a:pt x="202684" y="140213"/>
                        <a:pt x="192631" y="135723"/>
                        <a:pt x="184829" y="127790"/>
                      </a:cubicBezTo>
                      <a:cubicBezTo>
                        <a:pt x="171175" y="114170"/>
                        <a:pt x="168324" y="94713"/>
                        <a:pt x="178527" y="84535"/>
                      </a:cubicBezTo>
                      <a:cubicBezTo>
                        <a:pt x="183479" y="79446"/>
                        <a:pt x="189930" y="78398"/>
                        <a:pt x="194432" y="78398"/>
                      </a:cubicBezTo>
                      <a:close/>
                      <a:moveTo>
                        <a:pt x="194443" y="56932"/>
                      </a:moveTo>
                      <a:cubicBezTo>
                        <a:pt x="182437" y="56932"/>
                        <a:pt x="171331" y="61277"/>
                        <a:pt x="163377" y="69368"/>
                      </a:cubicBezTo>
                      <a:cubicBezTo>
                        <a:pt x="144768" y="87946"/>
                        <a:pt x="147469" y="120906"/>
                        <a:pt x="169681" y="143080"/>
                      </a:cubicBezTo>
                      <a:cubicBezTo>
                        <a:pt x="181537" y="154916"/>
                        <a:pt x="196994" y="161658"/>
                        <a:pt x="212302" y="161658"/>
                      </a:cubicBezTo>
                      <a:cubicBezTo>
                        <a:pt x="224458" y="161658"/>
                        <a:pt x="235414" y="157313"/>
                        <a:pt x="243518" y="149372"/>
                      </a:cubicBezTo>
                      <a:cubicBezTo>
                        <a:pt x="262128" y="130795"/>
                        <a:pt x="259276" y="97684"/>
                        <a:pt x="237215" y="75660"/>
                      </a:cubicBezTo>
                      <a:cubicBezTo>
                        <a:pt x="225359" y="63824"/>
                        <a:pt x="209751" y="56932"/>
                        <a:pt x="194443" y="56932"/>
                      </a:cubicBezTo>
                      <a:close/>
                      <a:moveTo>
                        <a:pt x="184688" y="0"/>
                      </a:moveTo>
                      <a:cubicBezTo>
                        <a:pt x="218455" y="0"/>
                        <a:pt x="250272" y="13185"/>
                        <a:pt x="274284" y="37006"/>
                      </a:cubicBezTo>
                      <a:cubicBezTo>
                        <a:pt x="296945" y="59629"/>
                        <a:pt x="310002" y="89893"/>
                        <a:pt x="311203" y="121955"/>
                      </a:cubicBezTo>
                      <a:cubicBezTo>
                        <a:pt x="311203" y="122255"/>
                        <a:pt x="311203" y="122704"/>
                        <a:pt x="311353" y="123004"/>
                      </a:cubicBezTo>
                      <a:cubicBezTo>
                        <a:pt x="311353" y="123303"/>
                        <a:pt x="311353" y="123603"/>
                        <a:pt x="311203" y="124053"/>
                      </a:cubicBezTo>
                      <a:cubicBezTo>
                        <a:pt x="311203" y="125551"/>
                        <a:pt x="311203" y="127049"/>
                        <a:pt x="311053" y="128547"/>
                      </a:cubicBezTo>
                      <a:cubicBezTo>
                        <a:pt x="311203" y="129446"/>
                        <a:pt x="311353" y="130345"/>
                        <a:pt x="311203" y="131244"/>
                      </a:cubicBezTo>
                      <a:cubicBezTo>
                        <a:pt x="310452" y="144129"/>
                        <a:pt x="315255" y="156714"/>
                        <a:pt x="324409" y="165853"/>
                      </a:cubicBezTo>
                      <a:cubicBezTo>
                        <a:pt x="332814" y="174243"/>
                        <a:pt x="344219" y="179037"/>
                        <a:pt x="356226" y="179037"/>
                      </a:cubicBezTo>
                      <a:cubicBezTo>
                        <a:pt x="368232" y="179037"/>
                        <a:pt x="379487" y="174243"/>
                        <a:pt x="388042" y="165853"/>
                      </a:cubicBezTo>
                      <a:cubicBezTo>
                        <a:pt x="411904" y="141881"/>
                        <a:pt x="443870" y="128697"/>
                        <a:pt x="477637" y="128697"/>
                      </a:cubicBezTo>
                      <a:cubicBezTo>
                        <a:pt x="511555" y="128697"/>
                        <a:pt x="543371" y="141881"/>
                        <a:pt x="567383" y="165853"/>
                      </a:cubicBezTo>
                      <a:cubicBezTo>
                        <a:pt x="589895" y="188326"/>
                        <a:pt x="602951" y="217991"/>
                        <a:pt x="604302" y="249753"/>
                      </a:cubicBezTo>
                      <a:cubicBezTo>
                        <a:pt x="604752" y="250802"/>
                        <a:pt x="604902" y="251850"/>
                        <a:pt x="605052" y="252899"/>
                      </a:cubicBezTo>
                      <a:cubicBezTo>
                        <a:pt x="606253" y="335451"/>
                        <a:pt x="574737" y="412909"/>
                        <a:pt x="516357" y="471189"/>
                      </a:cubicBezTo>
                      <a:cubicBezTo>
                        <a:pt x="459178" y="528271"/>
                        <a:pt x="383239" y="559584"/>
                        <a:pt x="302348" y="559584"/>
                      </a:cubicBezTo>
                      <a:cubicBezTo>
                        <a:pt x="221607" y="559584"/>
                        <a:pt x="145668" y="528271"/>
                        <a:pt x="88489" y="471189"/>
                      </a:cubicBezTo>
                      <a:cubicBezTo>
                        <a:pt x="-29471" y="353430"/>
                        <a:pt x="-29471" y="161808"/>
                        <a:pt x="88339" y="44048"/>
                      </a:cubicBezTo>
                      <a:cubicBezTo>
                        <a:pt x="88639" y="43748"/>
                        <a:pt x="88939" y="43449"/>
                        <a:pt x="89239" y="43149"/>
                      </a:cubicBezTo>
                      <a:lnTo>
                        <a:pt x="89840" y="42550"/>
                      </a:lnTo>
                      <a:cubicBezTo>
                        <a:pt x="91491" y="40602"/>
                        <a:pt x="93141" y="38804"/>
                        <a:pt x="94792" y="37006"/>
                      </a:cubicBezTo>
                      <a:cubicBezTo>
                        <a:pt x="99595" y="32212"/>
                        <a:pt x="105148" y="27717"/>
                        <a:pt x="111451" y="23223"/>
                      </a:cubicBezTo>
                      <a:cubicBezTo>
                        <a:pt x="132912" y="8091"/>
                        <a:pt x="158275" y="0"/>
                        <a:pt x="18468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137" name="组合 136" descr="67acc3ef-9482-488e-8127-697699fbbe76">
                <a:extLst>
                  <a:ext uri="{FF2B5EF4-FFF2-40B4-BE49-F238E27FC236}">
                    <a16:creationId xmlns:a16="http://schemas.microsoft.com/office/drawing/2014/main" id="{1C191F35-582E-32E2-D15C-9D55C447D87C}"/>
                  </a:ext>
                </a:extLst>
              </p:cNvPr>
              <p:cNvGrpSpPr/>
              <p:nvPr/>
            </p:nvGrpSpPr>
            <p:grpSpPr>
              <a:xfrm>
                <a:off x="3812214" y="2357868"/>
                <a:ext cx="2203303" cy="3429056"/>
                <a:chOff x="3812214" y="2357868"/>
                <a:chExt cx="2203303" cy="3429056"/>
              </a:xfrm>
            </p:grpSpPr>
            <p:sp>
              <p:nvSpPr>
                <p:cNvPr id="110" name="矩形: 圆角 109" descr="28462d38-b4e7-4c19-9770-d25a48032022">
                  <a:extLst>
                    <a:ext uri="{FF2B5EF4-FFF2-40B4-BE49-F238E27FC236}">
                      <a16:creationId xmlns:a16="http://schemas.microsoft.com/office/drawing/2014/main" id="{5A00E375-7144-CBCC-D6D8-E4E39D0C93C5}"/>
                    </a:ext>
                  </a:extLst>
                </p:cNvPr>
                <p:cNvSpPr/>
                <p:nvPr/>
              </p:nvSpPr>
              <p:spPr>
                <a:xfrm>
                  <a:off x="3861601" y="3429000"/>
                  <a:ext cx="2153916" cy="2357924"/>
                </a:xfrm>
                <a:prstGeom prst="roundRect">
                  <a:avLst>
                    <a:gd name="adj" fmla="val 2842"/>
                  </a:avLst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11" name="IconBackground2" descr="8dc7f6b0-4636-4320-b2d2-dfca36e6504f">
                  <a:extLst>
                    <a:ext uri="{FF2B5EF4-FFF2-40B4-BE49-F238E27FC236}">
                      <a16:creationId xmlns:a16="http://schemas.microsoft.com/office/drawing/2014/main" id="{12B9D001-CF94-F513-33D9-5C60F327D0DC}"/>
                    </a:ext>
                  </a:extLst>
                </p:cNvPr>
                <p:cNvSpPr/>
                <p:nvPr/>
              </p:nvSpPr>
              <p:spPr>
                <a:xfrm>
                  <a:off x="3812214" y="2357868"/>
                  <a:ext cx="714227" cy="684534"/>
                </a:xfrm>
                <a:custGeom>
                  <a:avLst/>
                  <a:gdLst>
                    <a:gd name="connsiteX0" fmla="*/ 995697 w 1989373"/>
                    <a:gd name="connsiteY0" fmla="*/ 1052989 h 1906667"/>
                    <a:gd name="connsiteX1" fmla="*/ 994745 w 1989373"/>
                    <a:gd name="connsiteY1" fmla="*/ 1673162 h 1906667"/>
                    <a:gd name="connsiteX2" fmla="*/ 923117 w 1989373"/>
                    <a:gd name="connsiteY2" fmla="*/ 1690783 h 1906667"/>
                    <a:gd name="connsiteX3" fmla="*/ 546499 w 1989373"/>
                    <a:gd name="connsiteY3" fmla="*/ 1888713 h 1906667"/>
                    <a:gd name="connsiteX4" fmla="*/ 378573 w 1989373"/>
                    <a:gd name="connsiteY4" fmla="*/ 1872235 h 1906667"/>
                    <a:gd name="connsiteX5" fmla="*/ 995697 w 1989373"/>
                    <a:gd name="connsiteY5" fmla="*/ 1051560 h 1906667"/>
                    <a:gd name="connsiteX6" fmla="*/ 995697 w 1989373"/>
                    <a:gd name="connsiteY6" fmla="*/ 1052989 h 1906667"/>
                    <a:gd name="connsiteX7" fmla="*/ 378572 w 1989373"/>
                    <a:gd name="connsiteY7" fmla="*/ 1872139 h 1906667"/>
                    <a:gd name="connsiteX8" fmla="*/ 323613 w 1989373"/>
                    <a:gd name="connsiteY8" fmla="*/ 1726788 h 1906667"/>
                    <a:gd name="connsiteX9" fmla="*/ 395622 w 1989373"/>
                    <a:gd name="connsiteY9" fmla="*/ 1307688 h 1906667"/>
                    <a:gd name="connsiteX10" fmla="*/ 390002 w 1989373"/>
                    <a:gd name="connsiteY10" fmla="*/ 1233583 h 1906667"/>
                    <a:gd name="connsiteX11" fmla="*/ 993697 w 1989373"/>
                    <a:gd name="connsiteY11" fmla="*/ 1051942 h 1906667"/>
                    <a:gd name="connsiteX12" fmla="*/ 994554 w 1989373"/>
                    <a:gd name="connsiteY12" fmla="*/ 1051942 h 1906667"/>
                    <a:gd name="connsiteX13" fmla="*/ 4716 w 1989373"/>
                    <a:gd name="connsiteY13" fmla="*/ 727901 h 1906667"/>
                    <a:gd name="connsiteX14" fmla="*/ 993697 w 1989373"/>
                    <a:gd name="connsiteY14" fmla="*/ 1051656 h 1906667"/>
                    <a:gd name="connsiteX15" fmla="*/ 390002 w 1989373"/>
                    <a:gd name="connsiteY15" fmla="*/ 1233298 h 1906667"/>
                    <a:gd name="connsiteX16" fmla="*/ 351426 w 1989373"/>
                    <a:gd name="connsiteY16" fmla="*/ 1171575 h 1906667"/>
                    <a:gd name="connsiteX17" fmla="*/ 46626 w 1989373"/>
                    <a:gd name="connsiteY17" fmla="*/ 874491 h 1906667"/>
                    <a:gd name="connsiteX18" fmla="*/ 4716 w 1989373"/>
                    <a:gd name="connsiteY18" fmla="*/ 727901 h 1906667"/>
                    <a:gd name="connsiteX19" fmla="*/ 1373459 w 1989373"/>
                    <a:gd name="connsiteY19" fmla="*/ 528067 h 1906667"/>
                    <a:gd name="connsiteX20" fmla="*/ 1436134 w 1989373"/>
                    <a:gd name="connsiteY20" fmla="*/ 551975 h 1906667"/>
                    <a:gd name="connsiteX21" fmla="*/ 1857329 w 1989373"/>
                    <a:gd name="connsiteY21" fmla="*/ 613220 h 1906667"/>
                    <a:gd name="connsiteX22" fmla="*/ 1966586 w 1989373"/>
                    <a:gd name="connsiteY22" fmla="*/ 685109 h 1906667"/>
                    <a:gd name="connsiteX23" fmla="*/ 1984048 w 1989373"/>
                    <a:gd name="connsiteY23" fmla="*/ 726999 h 1906667"/>
                    <a:gd name="connsiteX24" fmla="*/ 1984488 w 1989373"/>
                    <a:gd name="connsiteY24" fmla="*/ 726854 h 1906667"/>
                    <a:gd name="connsiteX25" fmla="*/ 1942387 w 1989373"/>
                    <a:gd name="connsiteY25" fmla="*/ 874492 h 1906667"/>
                    <a:gd name="connsiteX26" fmla="*/ 1637587 w 1989373"/>
                    <a:gd name="connsiteY26" fmla="*/ 1171576 h 1906667"/>
                    <a:gd name="connsiteX27" fmla="*/ 1598916 w 1989373"/>
                    <a:gd name="connsiteY27" fmla="*/ 1233299 h 1906667"/>
                    <a:gd name="connsiteX28" fmla="*/ 999095 w 1989373"/>
                    <a:gd name="connsiteY28" fmla="*/ 1050781 h 1906667"/>
                    <a:gd name="connsiteX29" fmla="*/ 998625 w 1989373"/>
                    <a:gd name="connsiteY29" fmla="*/ 1050936 h 1906667"/>
                    <a:gd name="connsiteX30" fmla="*/ 1598249 w 1989373"/>
                    <a:gd name="connsiteY30" fmla="*/ 1233394 h 1906667"/>
                    <a:gd name="connsiteX31" fmla="*/ 1592724 w 1989373"/>
                    <a:gd name="connsiteY31" fmla="*/ 1307497 h 1906667"/>
                    <a:gd name="connsiteX32" fmla="*/ 1664638 w 1989373"/>
                    <a:gd name="connsiteY32" fmla="*/ 1726597 h 1906667"/>
                    <a:gd name="connsiteX33" fmla="*/ 1610441 w 1989373"/>
                    <a:gd name="connsiteY33" fmla="*/ 1872235 h 1906667"/>
                    <a:gd name="connsiteX34" fmla="*/ 1442610 w 1989373"/>
                    <a:gd name="connsiteY34" fmla="*/ 1888713 h 1906667"/>
                    <a:gd name="connsiteX35" fmla="*/ 1065992 w 1989373"/>
                    <a:gd name="connsiteY35" fmla="*/ 1690783 h 1906667"/>
                    <a:gd name="connsiteX36" fmla="*/ 994745 w 1989373"/>
                    <a:gd name="connsiteY36" fmla="*/ 1673162 h 1906667"/>
                    <a:gd name="connsiteX37" fmla="*/ 995697 w 1989373"/>
                    <a:gd name="connsiteY37" fmla="*/ 1052990 h 1906667"/>
                    <a:gd name="connsiteX38" fmla="*/ 997221 w 1989373"/>
                    <a:gd name="connsiteY38" fmla="*/ 1051085 h 1906667"/>
                    <a:gd name="connsiteX39" fmla="*/ 997912 w 1989373"/>
                    <a:gd name="connsiteY39" fmla="*/ 1051085 h 1906667"/>
                    <a:gd name="connsiteX40" fmla="*/ 997841 w 1989373"/>
                    <a:gd name="connsiteY40" fmla="*/ 1050990 h 1906667"/>
                    <a:gd name="connsiteX41" fmla="*/ 997698 w 1989373"/>
                    <a:gd name="connsiteY41" fmla="*/ 1050990 h 1906667"/>
                    <a:gd name="connsiteX42" fmla="*/ 997768 w 1989373"/>
                    <a:gd name="connsiteY42" fmla="*/ 1050893 h 1906667"/>
                    <a:gd name="connsiteX43" fmla="*/ 997698 w 1989373"/>
                    <a:gd name="connsiteY43" fmla="*/ 1050799 h 1906667"/>
                    <a:gd name="connsiteX44" fmla="*/ 997835 w 1989373"/>
                    <a:gd name="connsiteY44" fmla="*/ 1050799 h 1906667"/>
                    <a:gd name="connsiteX45" fmla="*/ 615650 w 1989373"/>
                    <a:gd name="connsiteY45" fmla="*/ 527399 h 1906667"/>
                    <a:gd name="connsiteX46" fmla="*/ 995697 w 1989373"/>
                    <a:gd name="connsiteY46" fmla="*/ 1047750 h 1906667"/>
                    <a:gd name="connsiteX47" fmla="*/ 995697 w 1989373"/>
                    <a:gd name="connsiteY47" fmla="*/ 1050989 h 1906667"/>
                    <a:gd name="connsiteX48" fmla="*/ 993697 w 1989373"/>
                    <a:gd name="connsiteY48" fmla="*/ 1051656 h 1906667"/>
                    <a:gd name="connsiteX49" fmla="*/ 4812 w 1989373"/>
                    <a:gd name="connsiteY49" fmla="*/ 727806 h 1906667"/>
                    <a:gd name="connsiteX50" fmla="*/ 131780 w 1989373"/>
                    <a:gd name="connsiteY50" fmla="*/ 612553 h 1906667"/>
                    <a:gd name="connsiteX51" fmla="*/ 552880 w 1989373"/>
                    <a:gd name="connsiteY51" fmla="*/ 551307 h 1906667"/>
                    <a:gd name="connsiteX52" fmla="*/ 615650 w 1989373"/>
                    <a:gd name="connsiteY52" fmla="*/ 527399 h 1906667"/>
                    <a:gd name="connsiteX53" fmla="*/ 997316 w 1989373"/>
                    <a:gd name="connsiteY53" fmla="*/ 0 h 1906667"/>
                    <a:gd name="connsiteX54" fmla="*/ 1132190 w 1989373"/>
                    <a:gd name="connsiteY54" fmla="*/ 85725 h 1906667"/>
                    <a:gd name="connsiteX55" fmla="*/ 1320500 w 1989373"/>
                    <a:gd name="connsiteY55" fmla="*/ 467393 h 1906667"/>
                    <a:gd name="connsiteX56" fmla="*/ 1373459 w 1989373"/>
                    <a:gd name="connsiteY56" fmla="*/ 527495 h 1906667"/>
                    <a:gd name="connsiteX57" fmla="*/ 997697 w 1989373"/>
                    <a:gd name="connsiteY57" fmla="*/ 1050417 h 1906667"/>
                    <a:gd name="connsiteX58" fmla="*/ 995697 w 1989373"/>
                    <a:gd name="connsiteY58" fmla="*/ 1047750 h 1906667"/>
                    <a:gd name="connsiteX59" fmla="*/ 995697 w 1989373"/>
                    <a:gd name="connsiteY59" fmla="*/ 1047611 h 1906667"/>
                    <a:gd name="connsiteX60" fmla="*/ 616031 w 1989373"/>
                    <a:gd name="connsiteY60" fmla="*/ 527877 h 1906667"/>
                    <a:gd name="connsiteX61" fmla="*/ 668895 w 1989373"/>
                    <a:gd name="connsiteY61" fmla="*/ 467869 h 1906667"/>
                    <a:gd name="connsiteX62" fmla="*/ 857204 w 1989373"/>
                    <a:gd name="connsiteY62" fmla="*/ 86202 h 1906667"/>
                    <a:gd name="connsiteX63" fmla="*/ 954234 w 1989373"/>
                    <a:gd name="connsiteY63" fmla="*/ 5634 h 1906667"/>
                    <a:gd name="connsiteX64" fmla="*/ 997316 w 1989373"/>
                    <a:gd name="connsiteY64" fmla="*/ 428 h 190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989373" h="1906667">
                      <a:moveTo>
                        <a:pt x="995697" y="1052989"/>
                      </a:moveTo>
                      <a:lnTo>
                        <a:pt x="994745" y="1673162"/>
                      </a:lnTo>
                      <a:cubicBezTo>
                        <a:pt x="969790" y="1673066"/>
                        <a:pt x="945186" y="1679163"/>
                        <a:pt x="923117" y="1690783"/>
                      </a:cubicBezTo>
                      <a:lnTo>
                        <a:pt x="546499" y="1888713"/>
                      </a:lnTo>
                      <a:cubicBezTo>
                        <a:pt x="492311" y="1917574"/>
                        <a:pt x="426122" y="1911001"/>
                        <a:pt x="378573" y="1872235"/>
                      </a:cubicBezTo>
                      <a:close/>
                      <a:moveTo>
                        <a:pt x="995697" y="1051560"/>
                      </a:moveTo>
                      <a:lnTo>
                        <a:pt x="995697" y="1052989"/>
                      </a:lnTo>
                      <a:lnTo>
                        <a:pt x="378572" y="1872139"/>
                      </a:lnTo>
                      <a:cubicBezTo>
                        <a:pt x="334881" y="1837468"/>
                        <a:pt x="313764" y="1781652"/>
                        <a:pt x="323613" y="1726788"/>
                      </a:cubicBezTo>
                      <a:lnTo>
                        <a:pt x="395622" y="1307688"/>
                      </a:lnTo>
                      <a:cubicBezTo>
                        <a:pt x="399851" y="1282923"/>
                        <a:pt x="397927" y="1257491"/>
                        <a:pt x="390002" y="1233583"/>
                      </a:cubicBezTo>
                      <a:lnTo>
                        <a:pt x="993697" y="1051942"/>
                      </a:lnTo>
                      <a:lnTo>
                        <a:pt x="994554" y="1051942"/>
                      </a:lnTo>
                      <a:close/>
                      <a:moveTo>
                        <a:pt x="4716" y="727901"/>
                      </a:moveTo>
                      <a:lnTo>
                        <a:pt x="993697" y="1051656"/>
                      </a:lnTo>
                      <a:lnTo>
                        <a:pt x="390002" y="1233298"/>
                      </a:lnTo>
                      <a:cubicBezTo>
                        <a:pt x="382297" y="1209961"/>
                        <a:pt x="369057" y="1188721"/>
                        <a:pt x="351426" y="1171575"/>
                      </a:cubicBezTo>
                      <a:lnTo>
                        <a:pt x="46626" y="874491"/>
                      </a:lnTo>
                      <a:cubicBezTo>
                        <a:pt x="7212" y="836772"/>
                        <a:pt x="-8800" y="780765"/>
                        <a:pt x="4716" y="727901"/>
                      </a:cubicBezTo>
                      <a:close/>
                      <a:moveTo>
                        <a:pt x="1373459" y="528067"/>
                      </a:moveTo>
                      <a:cubicBezTo>
                        <a:pt x="1392299" y="540640"/>
                        <a:pt x="1413721" y="548831"/>
                        <a:pt x="1436134" y="551975"/>
                      </a:cubicBezTo>
                      <a:lnTo>
                        <a:pt x="1857329" y="613220"/>
                      </a:lnTo>
                      <a:cubicBezTo>
                        <a:pt x="1903478" y="619650"/>
                        <a:pt x="1943229" y="646600"/>
                        <a:pt x="1966586" y="685109"/>
                      </a:cubicBezTo>
                      <a:lnTo>
                        <a:pt x="1984048" y="726999"/>
                      </a:lnTo>
                      <a:lnTo>
                        <a:pt x="1984488" y="726854"/>
                      </a:lnTo>
                      <a:cubicBezTo>
                        <a:pt x="1998347" y="780099"/>
                        <a:pt x="1982230" y="836582"/>
                        <a:pt x="1942387" y="874492"/>
                      </a:cubicBezTo>
                      <a:lnTo>
                        <a:pt x="1637587" y="1171576"/>
                      </a:lnTo>
                      <a:cubicBezTo>
                        <a:pt x="1619899" y="1188721"/>
                        <a:pt x="1606631" y="1209867"/>
                        <a:pt x="1598916" y="1233299"/>
                      </a:cubicBezTo>
                      <a:lnTo>
                        <a:pt x="999095" y="1050781"/>
                      </a:lnTo>
                      <a:lnTo>
                        <a:pt x="998625" y="1050936"/>
                      </a:lnTo>
                      <a:lnTo>
                        <a:pt x="1598249" y="1233394"/>
                      </a:lnTo>
                      <a:cubicBezTo>
                        <a:pt x="1590410" y="1257301"/>
                        <a:pt x="1588505" y="1282733"/>
                        <a:pt x="1592724" y="1307497"/>
                      </a:cubicBezTo>
                      <a:lnTo>
                        <a:pt x="1664638" y="1726597"/>
                      </a:lnTo>
                      <a:cubicBezTo>
                        <a:pt x="1674773" y="1781462"/>
                        <a:pt x="1653951" y="1837373"/>
                        <a:pt x="1610441" y="1872235"/>
                      </a:cubicBezTo>
                      <a:cubicBezTo>
                        <a:pt x="1562978" y="1911192"/>
                        <a:pt x="1496741" y="1917669"/>
                        <a:pt x="1442610" y="1888713"/>
                      </a:cubicBezTo>
                      <a:lnTo>
                        <a:pt x="1065992" y="1690783"/>
                      </a:lnTo>
                      <a:cubicBezTo>
                        <a:pt x="1044036" y="1679163"/>
                        <a:pt x="1019576" y="1673162"/>
                        <a:pt x="994745" y="1673162"/>
                      </a:cubicBezTo>
                      <a:lnTo>
                        <a:pt x="995697" y="1052990"/>
                      </a:lnTo>
                      <a:lnTo>
                        <a:pt x="997221" y="1051085"/>
                      </a:lnTo>
                      <a:lnTo>
                        <a:pt x="997912" y="1051085"/>
                      </a:lnTo>
                      <a:lnTo>
                        <a:pt x="997841" y="1050990"/>
                      </a:lnTo>
                      <a:lnTo>
                        <a:pt x="997698" y="1050990"/>
                      </a:lnTo>
                      <a:lnTo>
                        <a:pt x="997768" y="1050893"/>
                      </a:lnTo>
                      <a:lnTo>
                        <a:pt x="997698" y="1050799"/>
                      </a:lnTo>
                      <a:lnTo>
                        <a:pt x="997835" y="1050799"/>
                      </a:lnTo>
                      <a:close/>
                      <a:moveTo>
                        <a:pt x="615650" y="527399"/>
                      </a:moveTo>
                      <a:lnTo>
                        <a:pt x="995697" y="1047750"/>
                      </a:lnTo>
                      <a:lnTo>
                        <a:pt x="995697" y="1050989"/>
                      </a:lnTo>
                      <a:lnTo>
                        <a:pt x="993697" y="1051656"/>
                      </a:lnTo>
                      <a:lnTo>
                        <a:pt x="4812" y="727806"/>
                      </a:lnTo>
                      <a:cubicBezTo>
                        <a:pt x="19461" y="666941"/>
                        <a:pt x="69810" y="621221"/>
                        <a:pt x="131780" y="612553"/>
                      </a:cubicBezTo>
                      <a:lnTo>
                        <a:pt x="552880" y="551307"/>
                      </a:lnTo>
                      <a:cubicBezTo>
                        <a:pt x="575331" y="548164"/>
                        <a:pt x="596771" y="539973"/>
                        <a:pt x="615650" y="527399"/>
                      </a:cubicBezTo>
                      <a:close/>
                      <a:moveTo>
                        <a:pt x="997316" y="0"/>
                      </a:moveTo>
                      <a:cubicBezTo>
                        <a:pt x="1054933" y="572"/>
                        <a:pt x="1107235" y="33814"/>
                        <a:pt x="1132190" y="85725"/>
                      </a:cubicBezTo>
                      <a:lnTo>
                        <a:pt x="1320500" y="467393"/>
                      </a:lnTo>
                      <a:cubicBezTo>
                        <a:pt x="1332539" y="491776"/>
                        <a:pt x="1350808" y="512446"/>
                        <a:pt x="1373459" y="527495"/>
                      </a:cubicBezTo>
                      <a:lnTo>
                        <a:pt x="997697" y="1050417"/>
                      </a:lnTo>
                      <a:lnTo>
                        <a:pt x="995697" y="1047750"/>
                      </a:lnTo>
                      <a:lnTo>
                        <a:pt x="995697" y="1047611"/>
                      </a:lnTo>
                      <a:lnTo>
                        <a:pt x="616031" y="527877"/>
                      </a:lnTo>
                      <a:cubicBezTo>
                        <a:pt x="638681" y="512923"/>
                        <a:pt x="656931" y="492253"/>
                        <a:pt x="668895" y="467869"/>
                      </a:cubicBezTo>
                      <a:lnTo>
                        <a:pt x="857204" y="86202"/>
                      </a:lnTo>
                      <a:cubicBezTo>
                        <a:pt x="876635" y="45911"/>
                        <a:pt x="912407" y="16979"/>
                        <a:pt x="954234" y="5634"/>
                      </a:cubicBezTo>
                      <a:lnTo>
                        <a:pt x="997316" y="42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endParaRPr/>
                </a:p>
              </p:txBody>
            </p:sp>
            <p:sp>
              <p:nvSpPr>
                <p:cNvPr id="112" name="Text2" descr="87df3a6c-dbd4-4b30-bcd3-1bef3a6b1b5d">
                  <a:extLst>
                    <a:ext uri="{FF2B5EF4-FFF2-40B4-BE49-F238E27FC236}">
                      <a16:creationId xmlns:a16="http://schemas.microsoft.com/office/drawing/2014/main" id="{EBF7D4B6-7744-4631-49EA-5729F2DE797B}"/>
                    </a:ext>
                  </a:extLst>
                </p:cNvPr>
                <p:cNvSpPr txBox="1"/>
                <p:nvPr/>
              </p:nvSpPr>
              <p:spPr>
                <a:xfrm>
                  <a:off x="3944148" y="4250983"/>
                  <a:ext cx="1988820" cy="140208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点击“插入”功能区的“图片”按钮，选择本地图片文件，将图片添加到幻灯片中，增强视觉效果。 </a:t>
                  </a:r>
                </a:p>
              </p:txBody>
            </p:sp>
            <p:sp>
              <p:nvSpPr>
                <p:cNvPr id="113" name="Bullet2" descr="7e5234f8-dd39-4672-a69f-52533d3e6ead">
                  <a:extLst>
                    <a:ext uri="{FF2B5EF4-FFF2-40B4-BE49-F238E27FC236}">
                      <a16:creationId xmlns:a16="http://schemas.microsoft.com/office/drawing/2014/main" id="{15F24B12-4455-3B39-6ED6-66B4CAD3A7B8}"/>
                    </a:ext>
                  </a:extLst>
                </p:cNvPr>
                <p:cNvSpPr txBox="1"/>
                <p:nvPr/>
              </p:nvSpPr>
              <p:spPr>
                <a:xfrm>
                  <a:off x="3944148" y="3481389"/>
                  <a:ext cx="1988818" cy="769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添加图片</a:t>
                  </a:r>
                </a:p>
              </p:txBody>
            </p:sp>
            <p:cxnSp>
              <p:nvCxnSpPr>
                <p:cNvPr id="114" name="直接连接符 113" descr="8afdc508-92ef-4aaa-9956-510ca84e17fb">
                  <a:extLst>
                    <a:ext uri="{FF2B5EF4-FFF2-40B4-BE49-F238E27FC236}">
                      <a16:creationId xmlns:a16="http://schemas.microsoft.com/office/drawing/2014/main" id="{7B18040D-18B4-0D73-02FB-3A2E03D164F2}"/>
                    </a:ext>
                  </a:extLst>
                </p:cNvPr>
                <p:cNvCxnSpPr>
                  <a:cxnSpLocks/>
                  <a:stCxn id="111" idx="1"/>
                </p:cNvCxnSpPr>
                <p:nvPr/>
              </p:nvCxnSpPr>
              <p:spPr>
                <a:xfrm>
                  <a:off x="4169349" y="2958569"/>
                  <a:ext cx="0" cy="356132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Icon2" descr="0e09f5e5-8463-4ca9-b45d-db1a15ae98c7">
                  <a:extLst>
                    <a:ext uri="{FF2B5EF4-FFF2-40B4-BE49-F238E27FC236}">
                      <a16:creationId xmlns:a16="http://schemas.microsoft.com/office/drawing/2014/main" id="{55FABF0F-B99B-3E2A-75C8-80C7576E813B}"/>
                    </a:ext>
                  </a:extLst>
                </p:cNvPr>
                <p:cNvSpPr/>
                <p:nvPr/>
              </p:nvSpPr>
              <p:spPr>
                <a:xfrm>
                  <a:off x="4036027" y="2580181"/>
                  <a:ext cx="266644" cy="266279"/>
                </a:xfrm>
                <a:custGeom>
                  <a:avLst/>
                  <a:gdLst>
                    <a:gd name="connsiteX0" fmla="*/ 530786 w 605520"/>
                    <a:gd name="connsiteY0" fmla="*/ 338238 h 604693"/>
                    <a:gd name="connsiteX1" fmla="*/ 605520 w 605520"/>
                    <a:gd name="connsiteY1" fmla="*/ 604693 h 604693"/>
                    <a:gd name="connsiteX2" fmla="*/ 338642 w 605520"/>
                    <a:gd name="connsiteY2" fmla="*/ 530077 h 604693"/>
                    <a:gd name="connsiteX3" fmla="*/ 172489 w 605520"/>
                    <a:gd name="connsiteY3" fmla="*/ 125447 h 604693"/>
                    <a:gd name="connsiteX4" fmla="*/ 143138 w 605520"/>
                    <a:gd name="connsiteY4" fmla="*/ 137608 h 604693"/>
                    <a:gd name="connsiteX5" fmla="*/ 143138 w 605520"/>
                    <a:gd name="connsiteY5" fmla="*/ 196230 h 604693"/>
                    <a:gd name="connsiteX6" fmla="*/ 201840 w 605520"/>
                    <a:gd name="connsiteY6" fmla="*/ 196230 h 604693"/>
                    <a:gd name="connsiteX7" fmla="*/ 201840 w 605520"/>
                    <a:gd name="connsiteY7" fmla="*/ 137608 h 604693"/>
                    <a:gd name="connsiteX8" fmla="*/ 172489 w 605520"/>
                    <a:gd name="connsiteY8" fmla="*/ 125447 h 604693"/>
                    <a:gd name="connsiteX9" fmla="*/ 128644 w 605520"/>
                    <a:gd name="connsiteY9" fmla="*/ 174 h 604693"/>
                    <a:gd name="connsiteX10" fmla="*/ 220575 w 605520"/>
                    <a:gd name="connsiteY10" fmla="*/ 29719 h 604693"/>
                    <a:gd name="connsiteX11" fmla="*/ 221200 w 605520"/>
                    <a:gd name="connsiteY11" fmla="*/ 29095 h 604693"/>
                    <a:gd name="connsiteX12" fmla="*/ 231816 w 605520"/>
                    <a:gd name="connsiteY12" fmla="*/ 39697 h 604693"/>
                    <a:gd name="connsiteX13" fmla="*/ 498684 w 605520"/>
                    <a:gd name="connsiteY13" fmla="*/ 306197 h 604693"/>
                    <a:gd name="connsiteX14" fmla="*/ 306548 w 605520"/>
                    <a:gd name="connsiteY14" fmla="*/ 498069 h 604693"/>
                    <a:gd name="connsiteX15" fmla="*/ 39680 w 605520"/>
                    <a:gd name="connsiteY15" fmla="*/ 231569 h 604693"/>
                    <a:gd name="connsiteX16" fmla="*/ 29063 w 605520"/>
                    <a:gd name="connsiteY16" fmla="*/ 220967 h 604693"/>
                    <a:gd name="connsiteX17" fmla="*/ 29688 w 605520"/>
                    <a:gd name="connsiteY17" fmla="*/ 220344 h 604693"/>
                    <a:gd name="connsiteX18" fmla="*/ 39680 w 605520"/>
                    <a:gd name="connsiteY18" fmla="*/ 39697 h 604693"/>
                    <a:gd name="connsiteX19" fmla="*/ 128644 w 605520"/>
                    <a:gd name="connsiteY19" fmla="*/ 174 h 604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05520" h="604693">
                      <a:moveTo>
                        <a:pt x="530786" y="338238"/>
                      </a:moveTo>
                      <a:lnTo>
                        <a:pt x="605520" y="604693"/>
                      </a:lnTo>
                      <a:lnTo>
                        <a:pt x="338642" y="530077"/>
                      </a:lnTo>
                      <a:close/>
                      <a:moveTo>
                        <a:pt x="172489" y="125447"/>
                      </a:moveTo>
                      <a:cubicBezTo>
                        <a:pt x="161873" y="125447"/>
                        <a:pt x="151257" y="129501"/>
                        <a:pt x="143138" y="137608"/>
                      </a:cubicBezTo>
                      <a:cubicBezTo>
                        <a:pt x="126901" y="153822"/>
                        <a:pt x="126901" y="180223"/>
                        <a:pt x="143138" y="196230"/>
                      </a:cubicBezTo>
                      <a:cubicBezTo>
                        <a:pt x="159375" y="212444"/>
                        <a:pt x="185604" y="212444"/>
                        <a:pt x="201840" y="196230"/>
                      </a:cubicBezTo>
                      <a:cubicBezTo>
                        <a:pt x="218077" y="180223"/>
                        <a:pt x="218077" y="153822"/>
                        <a:pt x="201840" y="137608"/>
                      </a:cubicBezTo>
                      <a:cubicBezTo>
                        <a:pt x="193722" y="129501"/>
                        <a:pt x="183106" y="125447"/>
                        <a:pt x="172489" y="125447"/>
                      </a:cubicBezTo>
                      <a:close/>
                      <a:moveTo>
                        <a:pt x="128644" y="174"/>
                      </a:moveTo>
                      <a:cubicBezTo>
                        <a:pt x="160988" y="-1463"/>
                        <a:pt x="193826" y="8412"/>
                        <a:pt x="220575" y="29719"/>
                      </a:cubicBezTo>
                      <a:lnTo>
                        <a:pt x="221200" y="29095"/>
                      </a:lnTo>
                      <a:lnTo>
                        <a:pt x="231816" y="39697"/>
                      </a:lnTo>
                      <a:lnTo>
                        <a:pt x="498684" y="306197"/>
                      </a:lnTo>
                      <a:lnTo>
                        <a:pt x="306548" y="498069"/>
                      </a:lnTo>
                      <a:lnTo>
                        <a:pt x="39680" y="231569"/>
                      </a:lnTo>
                      <a:lnTo>
                        <a:pt x="29063" y="220967"/>
                      </a:lnTo>
                      <a:lnTo>
                        <a:pt x="29688" y="220344"/>
                      </a:lnTo>
                      <a:cubicBezTo>
                        <a:pt x="-12986" y="167127"/>
                        <a:pt x="-9655" y="89172"/>
                        <a:pt x="39680" y="39697"/>
                      </a:cubicBezTo>
                      <a:cubicBezTo>
                        <a:pt x="64452" y="14960"/>
                        <a:pt x="96301" y="1811"/>
                        <a:pt x="128644" y="17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38" name="组合 137" descr="3199d6f8-407d-4d77-881b-9909e8aa4ac9">
                <a:extLst>
                  <a:ext uri="{FF2B5EF4-FFF2-40B4-BE49-F238E27FC236}">
                    <a16:creationId xmlns:a16="http://schemas.microsoft.com/office/drawing/2014/main" id="{CE79ADDB-B525-83E3-DA27-8EF85ADA064E}"/>
                  </a:ext>
                </a:extLst>
              </p:cNvPr>
              <p:cNvGrpSpPr/>
              <p:nvPr/>
            </p:nvGrpSpPr>
            <p:grpSpPr>
              <a:xfrm>
                <a:off x="6138380" y="2357868"/>
                <a:ext cx="2203303" cy="3429056"/>
                <a:chOff x="6138380" y="2357868"/>
                <a:chExt cx="2203303" cy="3429056"/>
              </a:xfrm>
            </p:grpSpPr>
            <p:sp>
              <p:nvSpPr>
                <p:cNvPr id="117" name="矩形: 圆角 116" descr="4dc3959e-42b9-4f5d-abce-db27308bcb99">
                  <a:extLst>
                    <a:ext uri="{FF2B5EF4-FFF2-40B4-BE49-F238E27FC236}">
                      <a16:creationId xmlns:a16="http://schemas.microsoft.com/office/drawing/2014/main" id="{B4880202-43AE-AAC4-4EB6-D602B2330321}"/>
                    </a:ext>
                  </a:extLst>
                </p:cNvPr>
                <p:cNvSpPr/>
                <p:nvPr/>
              </p:nvSpPr>
              <p:spPr>
                <a:xfrm>
                  <a:off x="6187767" y="3429000"/>
                  <a:ext cx="2153916" cy="2357924"/>
                </a:xfrm>
                <a:prstGeom prst="roundRect">
                  <a:avLst>
                    <a:gd name="adj" fmla="val 2842"/>
                  </a:avLst>
                </a:prstGeom>
                <a:solidFill>
                  <a:schemeClr val="accent1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18" name="IconBackground3" descr="64fa823e-7bf0-446b-be44-ad564c36a4f4">
                  <a:extLst>
                    <a:ext uri="{FF2B5EF4-FFF2-40B4-BE49-F238E27FC236}">
                      <a16:creationId xmlns:a16="http://schemas.microsoft.com/office/drawing/2014/main" id="{FDC19F92-6BA0-7658-9F45-EBB90D3FA58C}"/>
                    </a:ext>
                  </a:extLst>
                </p:cNvPr>
                <p:cNvSpPr/>
                <p:nvPr/>
              </p:nvSpPr>
              <p:spPr>
                <a:xfrm>
                  <a:off x="6138380" y="2357868"/>
                  <a:ext cx="714227" cy="684534"/>
                </a:xfrm>
                <a:custGeom>
                  <a:avLst/>
                  <a:gdLst>
                    <a:gd name="connsiteX0" fmla="*/ 995697 w 1989373"/>
                    <a:gd name="connsiteY0" fmla="*/ 1052989 h 1906667"/>
                    <a:gd name="connsiteX1" fmla="*/ 994745 w 1989373"/>
                    <a:gd name="connsiteY1" fmla="*/ 1673162 h 1906667"/>
                    <a:gd name="connsiteX2" fmla="*/ 923117 w 1989373"/>
                    <a:gd name="connsiteY2" fmla="*/ 1690783 h 1906667"/>
                    <a:gd name="connsiteX3" fmla="*/ 546499 w 1989373"/>
                    <a:gd name="connsiteY3" fmla="*/ 1888713 h 1906667"/>
                    <a:gd name="connsiteX4" fmla="*/ 378573 w 1989373"/>
                    <a:gd name="connsiteY4" fmla="*/ 1872235 h 1906667"/>
                    <a:gd name="connsiteX5" fmla="*/ 995697 w 1989373"/>
                    <a:gd name="connsiteY5" fmla="*/ 1051560 h 1906667"/>
                    <a:gd name="connsiteX6" fmla="*/ 995697 w 1989373"/>
                    <a:gd name="connsiteY6" fmla="*/ 1052989 h 1906667"/>
                    <a:gd name="connsiteX7" fmla="*/ 378572 w 1989373"/>
                    <a:gd name="connsiteY7" fmla="*/ 1872139 h 1906667"/>
                    <a:gd name="connsiteX8" fmla="*/ 323613 w 1989373"/>
                    <a:gd name="connsiteY8" fmla="*/ 1726788 h 1906667"/>
                    <a:gd name="connsiteX9" fmla="*/ 395622 w 1989373"/>
                    <a:gd name="connsiteY9" fmla="*/ 1307688 h 1906667"/>
                    <a:gd name="connsiteX10" fmla="*/ 390002 w 1989373"/>
                    <a:gd name="connsiteY10" fmla="*/ 1233583 h 1906667"/>
                    <a:gd name="connsiteX11" fmla="*/ 993697 w 1989373"/>
                    <a:gd name="connsiteY11" fmla="*/ 1051942 h 1906667"/>
                    <a:gd name="connsiteX12" fmla="*/ 994554 w 1989373"/>
                    <a:gd name="connsiteY12" fmla="*/ 1051942 h 1906667"/>
                    <a:gd name="connsiteX13" fmla="*/ 4716 w 1989373"/>
                    <a:gd name="connsiteY13" fmla="*/ 727901 h 1906667"/>
                    <a:gd name="connsiteX14" fmla="*/ 993697 w 1989373"/>
                    <a:gd name="connsiteY14" fmla="*/ 1051656 h 1906667"/>
                    <a:gd name="connsiteX15" fmla="*/ 390002 w 1989373"/>
                    <a:gd name="connsiteY15" fmla="*/ 1233298 h 1906667"/>
                    <a:gd name="connsiteX16" fmla="*/ 351426 w 1989373"/>
                    <a:gd name="connsiteY16" fmla="*/ 1171575 h 1906667"/>
                    <a:gd name="connsiteX17" fmla="*/ 46626 w 1989373"/>
                    <a:gd name="connsiteY17" fmla="*/ 874491 h 1906667"/>
                    <a:gd name="connsiteX18" fmla="*/ 4716 w 1989373"/>
                    <a:gd name="connsiteY18" fmla="*/ 727901 h 1906667"/>
                    <a:gd name="connsiteX19" fmla="*/ 1373459 w 1989373"/>
                    <a:gd name="connsiteY19" fmla="*/ 528067 h 1906667"/>
                    <a:gd name="connsiteX20" fmla="*/ 1436134 w 1989373"/>
                    <a:gd name="connsiteY20" fmla="*/ 551975 h 1906667"/>
                    <a:gd name="connsiteX21" fmla="*/ 1857329 w 1989373"/>
                    <a:gd name="connsiteY21" fmla="*/ 613220 h 1906667"/>
                    <a:gd name="connsiteX22" fmla="*/ 1966586 w 1989373"/>
                    <a:gd name="connsiteY22" fmla="*/ 685109 h 1906667"/>
                    <a:gd name="connsiteX23" fmla="*/ 1984048 w 1989373"/>
                    <a:gd name="connsiteY23" fmla="*/ 726999 h 1906667"/>
                    <a:gd name="connsiteX24" fmla="*/ 1984488 w 1989373"/>
                    <a:gd name="connsiteY24" fmla="*/ 726854 h 1906667"/>
                    <a:gd name="connsiteX25" fmla="*/ 1942387 w 1989373"/>
                    <a:gd name="connsiteY25" fmla="*/ 874492 h 1906667"/>
                    <a:gd name="connsiteX26" fmla="*/ 1637587 w 1989373"/>
                    <a:gd name="connsiteY26" fmla="*/ 1171576 h 1906667"/>
                    <a:gd name="connsiteX27" fmla="*/ 1598916 w 1989373"/>
                    <a:gd name="connsiteY27" fmla="*/ 1233299 h 1906667"/>
                    <a:gd name="connsiteX28" fmla="*/ 999095 w 1989373"/>
                    <a:gd name="connsiteY28" fmla="*/ 1050781 h 1906667"/>
                    <a:gd name="connsiteX29" fmla="*/ 998625 w 1989373"/>
                    <a:gd name="connsiteY29" fmla="*/ 1050936 h 1906667"/>
                    <a:gd name="connsiteX30" fmla="*/ 1598249 w 1989373"/>
                    <a:gd name="connsiteY30" fmla="*/ 1233394 h 1906667"/>
                    <a:gd name="connsiteX31" fmla="*/ 1592724 w 1989373"/>
                    <a:gd name="connsiteY31" fmla="*/ 1307497 h 1906667"/>
                    <a:gd name="connsiteX32" fmla="*/ 1664638 w 1989373"/>
                    <a:gd name="connsiteY32" fmla="*/ 1726597 h 1906667"/>
                    <a:gd name="connsiteX33" fmla="*/ 1610441 w 1989373"/>
                    <a:gd name="connsiteY33" fmla="*/ 1872235 h 1906667"/>
                    <a:gd name="connsiteX34" fmla="*/ 1442610 w 1989373"/>
                    <a:gd name="connsiteY34" fmla="*/ 1888713 h 1906667"/>
                    <a:gd name="connsiteX35" fmla="*/ 1065992 w 1989373"/>
                    <a:gd name="connsiteY35" fmla="*/ 1690783 h 1906667"/>
                    <a:gd name="connsiteX36" fmla="*/ 994745 w 1989373"/>
                    <a:gd name="connsiteY36" fmla="*/ 1673162 h 1906667"/>
                    <a:gd name="connsiteX37" fmla="*/ 995697 w 1989373"/>
                    <a:gd name="connsiteY37" fmla="*/ 1052990 h 1906667"/>
                    <a:gd name="connsiteX38" fmla="*/ 997221 w 1989373"/>
                    <a:gd name="connsiteY38" fmla="*/ 1051085 h 1906667"/>
                    <a:gd name="connsiteX39" fmla="*/ 997912 w 1989373"/>
                    <a:gd name="connsiteY39" fmla="*/ 1051085 h 1906667"/>
                    <a:gd name="connsiteX40" fmla="*/ 997841 w 1989373"/>
                    <a:gd name="connsiteY40" fmla="*/ 1050990 h 1906667"/>
                    <a:gd name="connsiteX41" fmla="*/ 997698 w 1989373"/>
                    <a:gd name="connsiteY41" fmla="*/ 1050990 h 1906667"/>
                    <a:gd name="connsiteX42" fmla="*/ 997768 w 1989373"/>
                    <a:gd name="connsiteY42" fmla="*/ 1050893 h 1906667"/>
                    <a:gd name="connsiteX43" fmla="*/ 997698 w 1989373"/>
                    <a:gd name="connsiteY43" fmla="*/ 1050799 h 1906667"/>
                    <a:gd name="connsiteX44" fmla="*/ 997835 w 1989373"/>
                    <a:gd name="connsiteY44" fmla="*/ 1050799 h 1906667"/>
                    <a:gd name="connsiteX45" fmla="*/ 615650 w 1989373"/>
                    <a:gd name="connsiteY45" fmla="*/ 527399 h 1906667"/>
                    <a:gd name="connsiteX46" fmla="*/ 995697 w 1989373"/>
                    <a:gd name="connsiteY46" fmla="*/ 1047750 h 1906667"/>
                    <a:gd name="connsiteX47" fmla="*/ 995697 w 1989373"/>
                    <a:gd name="connsiteY47" fmla="*/ 1050989 h 1906667"/>
                    <a:gd name="connsiteX48" fmla="*/ 993697 w 1989373"/>
                    <a:gd name="connsiteY48" fmla="*/ 1051656 h 1906667"/>
                    <a:gd name="connsiteX49" fmla="*/ 4812 w 1989373"/>
                    <a:gd name="connsiteY49" fmla="*/ 727806 h 1906667"/>
                    <a:gd name="connsiteX50" fmla="*/ 131780 w 1989373"/>
                    <a:gd name="connsiteY50" fmla="*/ 612553 h 1906667"/>
                    <a:gd name="connsiteX51" fmla="*/ 552880 w 1989373"/>
                    <a:gd name="connsiteY51" fmla="*/ 551307 h 1906667"/>
                    <a:gd name="connsiteX52" fmla="*/ 615650 w 1989373"/>
                    <a:gd name="connsiteY52" fmla="*/ 527399 h 1906667"/>
                    <a:gd name="connsiteX53" fmla="*/ 997316 w 1989373"/>
                    <a:gd name="connsiteY53" fmla="*/ 0 h 1906667"/>
                    <a:gd name="connsiteX54" fmla="*/ 1132190 w 1989373"/>
                    <a:gd name="connsiteY54" fmla="*/ 85725 h 1906667"/>
                    <a:gd name="connsiteX55" fmla="*/ 1320500 w 1989373"/>
                    <a:gd name="connsiteY55" fmla="*/ 467393 h 1906667"/>
                    <a:gd name="connsiteX56" fmla="*/ 1373459 w 1989373"/>
                    <a:gd name="connsiteY56" fmla="*/ 527495 h 1906667"/>
                    <a:gd name="connsiteX57" fmla="*/ 997697 w 1989373"/>
                    <a:gd name="connsiteY57" fmla="*/ 1050417 h 1906667"/>
                    <a:gd name="connsiteX58" fmla="*/ 995697 w 1989373"/>
                    <a:gd name="connsiteY58" fmla="*/ 1047750 h 1906667"/>
                    <a:gd name="connsiteX59" fmla="*/ 995697 w 1989373"/>
                    <a:gd name="connsiteY59" fmla="*/ 1047611 h 1906667"/>
                    <a:gd name="connsiteX60" fmla="*/ 616031 w 1989373"/>
                    <a:gd name="connsiteY60" fmla="*/ 527877 h 1906667"/>
                    <a:gd name="connsiteX61" fmla="*/ 668895 w 1989373"/>
                    <a:gd name="connsiteY61" fmla="*/ 467869 h 1906667"/>
                    <a:gd name="connsiteX62" fmla="*/ 857204 w 1989373"/>
                    <a:gd name="connsiteY62" fmla="*/ 86202 h 1906667"/>
                    <a:gd name="connsiteX63" fmla="*/ 954234 w 1989373"/>
                    <a:gd name="connsiteY63" fmla="*/ 5634 h 1906667"/>
                    <a:gd name="connsiteX64" fmla="*/ 997316 w 1989373"/>
                    <a:gd name="connsiteY64" fmla="*/ 428 h 190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989373" h="1906667">
                      <a:moveTo>
                        <a:pt x="995697" y="1052989"/>
                      </a:moveTo>
                      <a:lnTo>
                        <a:pt x="994745" y="1673162"/>
                      </a:lnTo>
                      <a:cubicBezTo>
                        <a:pt x="969790" y="1673066"/>
                        <a:pt x="945186" y="1679163"/>
                        <a:pt x="923117" y="1690783"/>
                      </a:cubicBezTo>
                      <a:lnTo>
                        <a:pt x="546499" y="1888713"/>
                      </a:lnTo>
                      <a:cubicBezTo>
                        <a:pt x="492311" y="1917574"/>
                        <a:pt x="426122" y="1911001"/>
                        <a:pt x="378573" y="1872235"/>
                      </a:cubicBezTo>
                      <a:close/>
                      <a:moveTo>
                        <a:pt x="995697" y="1051560"/>
                      </a:moveTo>
                      <a:lnTo>
                        <a:pt x="995697" y="1052989"/>
                      </a:lnTo>
                      <a:lnTo>
                        <a:pt x="378572" y="1872139"/>
                      </a:lnTo>
                      <a:cubicBezTo>
                        <a:pt x="334881" y="1837468"/>
                        <a:pt x="313764" y="1781652"/>
                        <a:pt x="323613" y="1726788"/>
                      </a:cubicBezTo>
                      <a:lnTo>
                        <a:pt x="395622" y="1307688"/>
                      </a:lnTo>
                      <a:cubicBezTo>
                        <a:pt x="399851" y="1282923"/>
                        <a:pt x="397927" y="1257491"/>
                        <a:pt x="390002" y="1233583"/>
                      </a:cubicBezTo>
                      <a:lnTo>
                        <a:pt x="993697" y="1051942"/>
                      </a:lnTo>
                      <a:lnTo>
                        <a:pt x="994554" y="1051942"/>
                      </a:lnTo>
                      <a:close/>
                      <a:moveTo>
                        <a:pt x="4716" y="727901"/>
                      </a:moveTo>
                      <a:lnTo>
                        <a:pt x="993697" y="1051656"/>
                      </a:lnTo>
                      <a:lnTo>
                        <a:pt x="390002" y="1233298"/>
                      </a:lnTo>
                      <a:cubicBezTo>
                        <a:pt x="382297" y="1209961"/>
                        <a:pt x="369057" y="1188721"/>
                        <a:pt x="351426" y="1171575"/>
                      </a:cubicBezTo>
                      <a:lnTo>
                        <a:pt x="46626" y="874491"/>
                      </a:lnTo>
                      <a:cubicBezTo>
                        <a:pt x="7212" y="836772"/>
                        <a:pt x="-8800" y="780765"/>
                        <a:pt x="4716" y="727901"/>
                      </a:cubicBezTo>
                      <a:close/>
                      <a:moveTo>
                        <a:pt x="1373459" y="528067"/>
                      </a:moveTo>
                      <a:cubicBezTo>
                        <a:pt x="1392299" y="540640"/>
                        <a:pt x="1413721" y="548831"/>
                        <a:pt x="1436134" y="551975"/>
                      </a:cubicBezTo>
                      <a:lnTo>
                        <a:pt x="1857329" y="613220"/>
                      </a:lnTo>
                      <a:cubicBezTo>
                        <a:pt x="1903478" y="619650"/>
                        <a:pt x="1943229" y="646600"/>
                        <a:pt x="1966586" y="685109"/>
                      </a:cubicBezTo>
                      <a:lnTo>
                        <a:pt x="1984048" y="726999"/>
                      </a:lnTo>
                      <a:lnTo>
                        <a:pt x="1984488" y="726854"/>
                      </a:lnTo>
                      <a:cubicBezTo>
                        <a:pt x="1998347" y="780099"/>
                        <a:pt x="1982230" y="836582"/>
                        <a:pt x="1942387" y="874492"/>
                      </a:cubicBezTo>
                      <a:lnTo>
                        <a:pt x="1637587" y="1171576"/>
                      </a:lnTo>
                      <a:cubicBezTo>
                        <a:pt x="1619899" y="1188721"/>
                        <a:pt x="1606631" y="1209867"/>
                        <a:pt x="1598916" y="1233299"/>
                      </a:cubicBezTo>
                      <a:lnTo>
                        <a:pt x="999095" y="1050781"/>
                      </a:lnTo>
                      <a:lnTo>
                        <a:pt x="998625" y="1050936"/>
                      </a:lnTo>
                      <a:lnTo>
                        <a:pt x="1598249" y="1233394"/>
                      </a:lnTo>
                      <a:cubicBezTo>
                        <a:pt x="1590410" y="1257301"/>
                        <a:pt x="1588505" y="1282733"/>
                        <a:pt x="1592724" y="1307497"/>
                      </a:cubicBezTo>
                      <a:lnTo>
                        <a:pt x="1664638" y="1726597"/>
                      </a:lnTo>
                      <a:cubicBezTo>
                        <a:pt x="1674773" y="1781462"/>
                        <a:pt x="1653951" y="1837373"/>
                        <a:pt x="1610441" y="1872235"/>
                      </a:cubicBezTo>
                      <a:cubicBezTo>
                        <a:pt x="1562978" y="1911192"/>
                        <a:pt x="1496741" y="1917669"/>
                        <a:pt x="1442610" y="1888713"/>
                      </a:cubicBezTo>
                      <a:lnTo>
                        <a:pt x="1065992" y="1690783"/>
                      </a:lnTo>
                      <a:cubicBezTo>
                        <a:pt x="1044036" y="1679163"/>
                        <a:pt x="1019576" y="1673162"/>
                        <a:pt x="994745" y="1673162"/>
                      </a:cubicBezTo>
                      <a:lnTo>
                        <a:pt x="995697" y="1052990"/>
                      </a:lnTo>
                      <a:lnTo>
                        <a:pt x="997221" y="1051085"/>
                      </a:lnTo>
                      <a:lnTo>
                        <a:pt x="997912" y="1051085"/>
                      </a:lnTo>
                      <a:lnTo>
                        <a:pt x="997841" y="1050990"/>
                      </a:lnTo>
                      <a:lnTo>
                        <a:pt x="997698" y="1050990"/>
                      </a:lnTo>
                      <a:lnTo>
                        <a:pt x="997768" y="1050893"/>
                      </a:lnTo>
                      <a:lnTo>
                        <a:pt x="997698" y="1050799"/>
                      </a:lnTo>
                      <a:lnTo>
                        <a:pt x="997835" y="1050799"/>
                      </a:lnTo>
                      <a:close/>
                      <a:moveTo>
                        <a:pt x="615650" y="527399"/>
                      </a:moveTo>
                      <a:lnTo>
                        <a:pt x="995697" y="1047750"/>
                      </a:lnTo>
                      <a:lnTo>
                        <a:pt x="995697" y="1050989"/>
                      </a:lnTo>
                      <a:lnTo>
                        <a:pt x="993697" y="1051656"/>
                      </a:lnTo>
                      <a:lnTo>
                        <a:pt x="4812" y="727806"/>
                      </a:lnTo>
                      <a:cubicBezTo>
                        <a:pt x="19461" y="666941"/>
                        <a:pt x="69810" y="621221"/>
                        <a:pt x="131780" y="612553"/>
                      </a:cubicBezTo>
                      <a:lnTo>
                        <a:pt x="552880" y="551307"/>
                      </a:lnTo>
                      <a:cubicBezTo>
                        <a:pt x="575331" y="548164"/>
                        <a:pt x="596771" y="539973"/>
                        <a:pt x="615650" y="527399"/>
                      </a:cubicBezTo>
                      <a:close/>
                      <a:moveTo>
                        <a:pt x="997316" y="0"/>
                      </a:moveTo>
                      <a:cubicBezTo>
                        <a:pt x="1054933" y="572"/>
                        <a:pt x="1107235" y="33814"/>
                        <a:pt x="1132190" y="85725"/>
                      </a:cubicBezTo>
                      <a:lnTo>
                        <a:pt x="1320500" y="467393"/>
                      </a:lnTo>
                      <a:cubicBezTo>
                        <a:pt x="1332539" y="491776"/>
                        <a:pt x="1350808" y="512446"/>
                        <a:pt x="1373459" y="527495"/>
                      </a:cubicBezTo>
                      <a:lnTo>
                        <a:pt x="997697" y="1050417"/>
                      </a:lnTo>
                      <a:lnTo>
                        <a:pt x="995697" y="1047750"/>
                      </a:lnTo>
                      <a:lnTo>
                        <a:pt x="995697" y="1047611"/>
                      </a:lnTo>
                      <a:lnTo>
                        <a:pt x="616031" y="527877"/>
                      </a:lnTo>
                      <a:cubicBezTo>
                        <a:pt x="638681" y="512923"/>
                        <a:pt x="656931" y="492253"/>
                        <a:pt x="668895" y="467869"/>
                      </a:cubicBezTo>
                      <a:lnTo>
                        <a:pt x="857204" y="86202"/>
                      </a:lnTo>
                      <a:cubicBezTo>
                        <a:pt x="876635" y="45911"/>
                        <a:pt x="912407" y="16979"/>
                        <a:pt x="954234" y="5634"/>
                      </a:cubicBezTo>
                      <a:lnTo>
                        <a:pt x="997316" y="4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endParaRPr/>
                </a:p>
              </p:txBody>
            </p:sp>
            <p:sp>
              <p:nvSpPr>
                <p:cNvPr id="119" name="Text3" descr="27e71378-70cb-456c-b54a-bd765b2afcbf">
                  <a:extLst>
                    <a:ext uri="{FF2B5EF4-FFF2-40B4-BE49-F238E27FC236}">
                      <a16:creationId xmlns:a16="http://schemas.microsoft.com/office/drawing/2014/main" id="{0564048F-D3B3-602E-592E-E1244B6E4266}"/>
                    </a:ext>
                  </a:extLst>
                </p:cNvPr>
                <p:cNvSpPr txBox="1"/>
                <p:nvPr/>
              </p:nvSpPr>
              <p:spPr>
                <a:xfrm>
                  <a:off x="6270314" y="4250983"/>
                  <a:ext cx="1988820" cy="140208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利用“插入”功能区的“形状”工具，可以绘制各种形状，用于标注或装饰幻灯片，提升美观度。 </a:t>
                  </a:r>
                </a:p>
              </p:txBody>
            </p:sp>
            <p:sp>
              <p:nvSpPr>
                <p:cNvPr id="120" name="Bullet3" descr="b4a8748d-d2bb-4fc0-bbb3-30af6bb0e732">
                  <a:extLst>
                    <a:ext uri="{FF2B5EF4-FFF2-40B4-BE49-F238E27FC236}">
                      <a16:creationId xmlns:a16="http://schemas.microsoft.com/office/drawing/2014/main" id="{06DD2F9D-9386-6B07-0E90-E3B3AE0D6133}"/>
                    </a:ext>
                  </a:extLst>
                </p:cNvPr>
                <p:cNvSpPr txBox="1"/>
                <p:nvPr/>
              </p:nvSpPr>
              <p:spPr>
                <a:xfrm>
                  <a:off x="6270314" y="3481389"/>
                  <a:ext cx="1988818" cy="769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添加形状</a:t>
                  </a:r>
                </a:p>
              </p:txBody>
            </p:sp>
            <p:cxnSp>
              <p:nvCxnSpPr>
                <p:cNvPr id="121" name="直接连接符 120" descr="adff4192-c5cc-4f75-9adc-b60515c91149">
                  <a:extLst>
                    <a:ext uri="{FF2B5EF4-FFF2-40B4-BE49-F238E27FC236}">
                      <a16:creationId xmlns:a16="http://schemas.microsoft.com/office/drawing/2014/main" id="{9B369C9A-1647-4DBD-FAED-1F3A479CD958}"/>
                    </a:ext>
                  </a:extLst>
                </p:cNvPr>
                <p:cNvCxnSpPr>
                  <a:cxnSpLocks/>
                  <a:stCxn id="118" idx="1"/>
                </p:cNvCxnSpPr>
                <p:nvPr/>
              </p:nvCxnSpPr>
              <p:spPr>
                <a:xfrm>
                  <a:off x="6495515" y="2958569"/>
                  <a:ext cx="0" cy="356132"/>
                </a:xfrm>
                <a:prstGeom prst="line">
                  <a:avLst/>
                </a:prstGeom>
                <a:ln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Icon3" descr="e0ddcc83-dbb1-4161-b5de-50899c356b1f">
                  <a:extLst>
                    <a:ext uri="{FF2B5EF4-FFF2-40B4-BE49-F238E27FC236}">
                      <a16:creationId xmlns:a16="http://schemas.microsoft.com/office/drawing/2014/main" id="{70E12EE3-E282-8F95-37ED-D7FF7D86BF94}"/>
                    </a:ext>
                  </a:extLst>
                </p:cNvPr>
                <p:cNvSpPr/>
                <p:nvPr/>
              </p:nvSpPr>
              <p:spPr>
                <a:xfrm>
                  <a:off x="6362193" y="2605296"/>
                  <a:ext cx="266644" cy="216050"/>
                </a:xfrm>
                <a:custGeom>
                  <a:avLst/>
                  <a:gdLst>
                    <a:gd name="T0" fmla="*/ 1049 w 1061"/>
                    <a:gd name="T1" fmla="*/ 342 h 861"/>
                    <a:gd name="T2" fmla="*/ 1046 w 1061"/>
                    <a:gd name="T3" fmla="*/ 167 h 861"/>
                    <a:gd name="T4" fmla="*/ 763 w 1061"/>
                    <a:gd name="T5" fmla="*/ 32 h 861"/>
                    <a:gd name="T6" fmla="*/ 534 w 1061"/>
                    <a:gd name="T7" fmla="*/ 1 h 861"/>
                    <a:gd name="T8" fmla="*/ 305 w 1061"/>
                    <a:gd name="T9" fmla="*/ 32 h 861"/>
                    <a:gd name="T10" fmla="*/ 22 w 1061"/>
                    <a:gd name="T11" fmla="*/ 167 h 861"/>
                    <a:gd name="T12" fmla="*/ 16 w 1061"/>
                    <a:gd name="T13" fmla="*/ 339 h 861"/>
                    <a:gd name="T14" fmla="*/ 1 w 1061"/>
                    <a:gd name="T15" fmla="*/ 425 h 861"/>
                    <a:gd name="T16" fmla="*/ 16 w 1061"/>
                    <a:gd name="T17" fmla="*/ 526 h 861"/>
                    <a:gd name="T18" fmla="*/ 21 w 1061"/>
                    <a:gd name="T19" fmla="*/ 698 h 861"/>
                    <a:gd name="T20" fmla="*/ 73 w 1061"/>
                    <a:gd name="T21" fmla="*/ 833 h 861"/>
                    <a:gd name="T22" fmla="*/ 414 w 1061"/>
                    <a:gd name="T23" fmla="*/ 841 h 861"/>
                    <a:gd name="T24" fmla="*/ 653 w 1061"/>
                    <a:gd name="T25" fmla="*/ 841 h 861"/>
                    <a:gd name="T26" fmla="*/ 994 w 1061"/>
                    <a:gd name="T27" fmla="*/ 833 h 861"/>
                    <a:gd name="T28" fmla="*/ 1040 w 1061"/>
                    <a:gd name="T29" fmla="*/ 580 h 861"/>
                    <a:gd name="T30" fmla="*/ 1060 w 1061"/>
                    <a:gd name="T31" fmla="*/ 448 h 861"/>
                    <a:gd name="T32" fmla="*/ 1061 w 1061"/>
                    <a:gd name="T33" fmla="*/ 417 h 861"/>
                    <a:gd name="T34" fmla="*/ 984 w 1061"/>
                    <a:gd name="T35" fmla="*/ 507 h 861"/>
                    <a:gd name="T36" fmla="*/ 979 w 1061"/>
                    <a:gd name="T37" fmla="*/ 698 h 861"/>
                    <a:gd name="T38" fmla="*/ 773 w 1061"/>
                    <a:gd name="T39" fmla="*/ 767 h 861"/>
                    <a:gd name="T40" fmla="*/ 535 w 1061"/>
                    <a:gd name="T41" fmla="*/ 787 h 861"/>
                    <a:gd name="T42" fmla="*/ 532 w 1061"/>
                    <a:gd name="T43" fmla="*/ 787 h 861"/>
                    <a:gd name="T44" fmla="*/ 294 w 1061"/>
                    <a:gd name="T45" fmla="*/ 767 h 861"/>
                    <a:gd name="T46" fmla="*/ 88 w 1061"/>
                    <a:gd name="T47" fmla="*/ 698 h 861"/>
                    <a:gd name="T48" fmla="*/ 94 w 1061"/>
                    <a:gd name="T49" fmla="*/ 585 h 861"/>
                    <a:gd name="T50" fmla="*/ 67 w 1061"/>
                    <a:gd name="T51" fmla="*/ 447 h 861"/>
                    <a:gd name="T52" fmla="*/ 67 w 1061"/>
                    <a:gd name="T53" fmla="*/ 418 h 861"/>
                    <a:gd name="T54" fmla="*/ 95 w 1061"/>
                    <a:gd name="T55" fmla="*/ 280 h 861"/>
                    <a:gd name="T56" fmla="*/ 108 w 1061"/>
                    <a:gd name="T57" fmla="*/ 89 h 861"/>
                    <a:gd name="T58" fmla="*/ 426 w 1061"/>
                    <a:gd name="T59" fmla="*/ 84 h 861"/>
                    <a:gd name="T60" fmla="*/ 534 w 1061"/>
                    <a:gd name="T61" fmla="*/ 68 h 861"/>
                    <a:gd name="T62" fmla="*/ 642 w 1061"/>
                    <a:gd name="T63" fmla="*/ 84 h 861"/>
                    <a:gd name="T64" fmla="*/ 960 w 1061"/>
                    <a:gd name="T65" fmla="*/ 89 h 861"/>
                    <a:gd name="T66" fmla="*/ 974 w 1061"/>
                    <a:gd name="T67" fmla="*/ 280 h 861"/>
                    <a:gd name="T68" fmla="*/ 994 w 1061"/>
                    <a:gd name="T69" fmla="*/ 417 h 861"/>
                    <a:gd name="T70" fmla="*/ 993 w 1061"/>
                    <a:gd name="T71" fmla="*/ 448 h 861"/>
                    <a:gd name="T72" fmla="*/ 939 w 1061"/>
                    <a:gd name="T73" fmla="*/ 732 h 861"/>
                    <a:gd name="T74" fmla="*/ 117 w 1061"/>
                    <a:gd name="T75" fmla="*/ 136 h 861"/>
                    <a:gd name="T76" fmla="*/ 706 w 1061"/>
                    <a:gd name="T77" fmla="*/ 263 h 861"/>
                    <a:gd name="T78" fmla="*/ 706 w 1061"/>
                    <a:gd name="T79" fmla="*/ 352 h 861"/>
                    <a:gd name="T80" fmla="*/ 706 w 1061"/>
                    <a:gd name="T81" fmla="*/ 263 h 861"/>
                    <a:gd name="T82" fmla="*/ 542 w 1061"/>
                    <a:gd name="T83" fmla="*/ 542 h 861"/>
                    <a:gd name="T84" fmla="*/ 803 w 1061"/>
                    <a:gd name="T85" fmla="*/ 592 h 861"/>
                    <a:gd name="T86" fmla="*/ 856 w 1061"/>
                    <a:gd name="T87" fmla="*/ 647 h 861"/>
                    <a:gd name="T88" fmla="*/ 205 w 1061"/>
                    <a:gd name="T89" fmla="*/ 647 h 8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061" h="861">
                      <a:moveTo>
                        <a:pt x="1061" y="417"/>
                      </a:moveTo>
                      <a:cubicBezTo>
                        <a:pt x="1061" y="391"/>
                        <a:pt x="1054" y="365"/>
                        <a:pt x="1049" y="342"/>
                      </a:cubicBezTo>
                      <a:cubicBezTo>
                        <a:pt x="1044" y="321"/>
                        <a:pt x="1039" y="302"/>
                        <a:pt x="1040" y="285"/>
                      </a:cubicBezTo>
                      <a:cubicBezTo>
                        <a:pt x="1043" y="240"/>
                        <a:pt x="1046" y="201"/>
                        <a:pt x="1046" y="167"/>
                      </a:cubicBezTo>
                      <a:cubicBezTo>
                        <a:pt x="1046" y="116"/>
                        <a:pt x="1040" y="60"/>
                        <a:pt x="995" y="32"/>
                      </a:cubicBezTo>
                      <a:cubicBezTo>
                        <a:pt x="948" y="4"/>
                        <a:pt x="878" y="15"/>
                        <a:pt x="763" y="32"/>
                      </a:cubicBezTo>
                      <a:cubicBezTo>
                        <a:pt x="733" y="37"/>
                        <a:pt x="696" y="28"/>
                        <a:pt x="658" y="19"/>
                      </a:cubicBezTo>
                      <a:cubicBezTo>
                        <a:pt x="618" y="10"/>
                        <a:pt x="578" y="0"/>
                        <a:pt x="534" y="1"/>
                      </a:cubicBezTo>
                      <a:cubicBezTo>
                        <a:pt x="490" y="0"/>
                        <a:pt x="450" y="10"/>
                        <a:pt x="410" y="19"/>
                      </a:cubicBezTo>
                      <a:cubicBezTo>
                        <a:pt x="372" y="28"/>
                        <a:pt x="335" y="37"/>
                        <a:pt x="305" y="32"/>
                      </a:cubicBezTo>
                      <a:cubicBezTo>
                        <a:pt x="190" y="15"/>
                        <a:pt x="120" y="4"/>
                        <a:pt x="73" y="32"/>
                      </a:cubicBezTo>
                      <a:cubicBezTo>
                        <a:pt x="28" y="60"/>
                        <a:pt x="22" y="116"/>
                        <a:pt x="22" y="167"/>
                      </a:cubicBezTo>
                      <a:cubicBezTo>
                        <a:pt x="22" y="201"/>
                        <a:pt x="25" y="240"/>
                        <a:pt x="28" y="285"/>
                      </a:cubicBezTo>
                      <a:cubicBezTo>
                        <a:pt x="29" y="300"/>
                        <a:pt x="23" y="319"/>
                        <a:pt x="16" y="339"/>
                      </a:cubicBezTo>
                      <a:cubicBezTo>
                        <a:pt x="9" y="363"/>
                        <a:pt x="0" y="390"/>
                        <a:pt x="0" y="418"/>
                      </a:cubicBezTo>
                      <a:lnTo>
                        <a:pt x="1" y="425"/>
                      </a:lnTo>
                      <a:lnTo>
                        <a:pt x="0" y="447"/>
                      </a:lnTo>
                      <a:cubicBezTo>
                        <a:pt x="0" y="475"/>
                        <a:pt x="9" y="502"/>
                        <a:pt x="16" y="526"/>
                      </a:cubicBezTo>
                      <a:cubicBezTo>
                        <a:pt x="23" y="546"/>
                        <a:pt x="29" y="565"/>
                        <a:pt x="28" y="580"/>
                      </a:cubicBezTo>
                      <a:cubicBezTo>
                        <a:pt x="24" y="625"/>
                        <a:pt x="21" y="664"/>
                        <a:pt x="21" y="698"/>
                      </a:cubicBezTo>
                      <a:lnTo>
                        <a:pt x="21" y="698"/>
                      </a:lnTo>
                      <a:cubicBezTo>
                        <a:pt x="21" y="749"/>
                        <a:pt x="27" y="805"/>
                        <a:pt x="73" y="833"/>
                      </a:cubicBezTo>
                      <a:cubicBezTo>
                        <a:pt x="120" y="861"/>
                        <a:pt x="193" y="850"/>
                        <a:pt x="304" y="833"/>
                      </a:cubicBezTo>
                      <a:cubicBezTo>
                        <a:pt x="337" y="828"/>
                        <a:pt x="375" y="834"/>
                        <a:pt x="414" y="841"/>
                      </a:cubicBezTo>
                      <a:cubicBezTo>
                        <a:pt x="453" y="848"/>
                        <a:pt x="492" y="855"/>
                        <a:pt x="534" y="853"/>
                      </a:cubicBezTo>
                      <a:cubicBezTo>
                        <a:pt x="575" y="855"/>
                        <a:pt x="615" y="848"/>
                        <a:pt x="653" y="841"/>
                      </a:cubicBezTo>
                      <a:cubicBezTo>
                        <a:pt x="693" y="834"/>
                        <a:pt x="730" y="828"/>
                        <a:pt x="763" y="833"/>
                      </a:cubicBezTo>
                      <a:cubicBezTo>
                        <a:pt x="874" y="850"/>
                        <a:pt x="947" y="861"/>
                        <a:pt x="994" y="833"/>
                      </a:cubicBezTo>
                      <a:cubicBezTo>
                        <a:pt x="1040" y="805"/>
                        <a:pt x="1046" y="749"/>
                        <a:pt x="1046" y="698"/>
                      </a:cubicBezTo>
                      <a:cubicBezTo>
                        <a:pt x="1046" y="664"/>
                        <a:pt x="1043" y="625"/>
                        <a:pt x="1040" y="580"/>
                      </a:cubicBezTo>
                      <a:cubicBezTo>
                        <a:pt x="1038" y="563"/>
                        <a:pt x="1043" y="544"/>
                        <a:pt x="1048" y="523"/>
                      </a:cubicBezTo>
                      <a:cubicBezTo>
                        <a:pt x="1054" y="500"/>
                        <a:pt x="1060" y="474"/>
                        <a:pt x="1060" y="448"/>
                      </a:cubicBezTo>
                      <a:lnTo>
                        <a:pt x="1060" y="440"/>
                      </a:lnTo>
                      <a:lnTo>
                        <a:pt x="1061" y="417"/>
                      </a:lnTo>
                      <a:close/>
                      <a:moveTo>
                        <a:pt x="993" y="448"/>
                      </a:moveTo>
                      <a:cubicBezTo>
                        <a:pt x="993" y="466"/>
                        <a:pt x="989" y="486"/>
                        <a:pt x="984" y="507"/>
                      </a:cubicBezTo>
                      <a:cubicBezTo>
                        <a:pt x="977" y="532"/>
                        <a:pt x="971" y="559"/>
                        <a:pt x="973" y="585"/>
                      </a:cubicBezTo>
                      <a:cubicBezTo>
                        <a:pt x="976" y="629"/>
                        <a:pt x="979" y="667"/>
                        <a:pt x="979" y="698"/>
                      </a:cubicBezTo>
                      <a:cubicBezTo>
                        <a:pt x="979" y="743"/>
                        <a:pt x="973" y="768"/>
                        <a:pt x="960" y="776"/>
                      </a:cubicBezTo>
                      <a:cubicBezTo>
                        <a:pt x="933" y="792"/>
                        <a:pt x="863" y="781"/>
                        <a:pt x="773" y="767"/>
                      </a:cubicBezTo>
                      <a:cubicBezTo>
                        <a:pt x="730" y="760"/>
                        <a:pt x="685" y="768"/>
                        <a:pt x="641" y="776"/>
                      </a:cubicBezTo>
                      <a:cubicBezTo>
                        <a:pt x="606" y="782"/>
                        <a:pt x="570" y="788"/>
                        <a:pt x="535" y="787"/>
                      </a:cubicBezTo>
                      <a:lnTo>
                        <a:pt x="534" y="787"/>
                      </a:lnTo>
                      <a:lnTo>
                        <a:pt x="532" y="787"/>
                      </a:lnTo>
                      <a:cubicBezTo>
                        <a:pt x="497" y="788"/>
                        <a:pt x="461" y="782"/>
                        <a:pt x="426" y="776"/>
                      </a:cubicBezTo>
                      <a:cubicBezTo>
                        <a:pt x="382" y="768"/>
                        <a:pt x="338" y="760"/>
                        <a:pt x="294" y="767"/>
                      </a:cubicBezTo>
                      <a:cubicBezTo>
                        <a:pt x="205" y="781"/>
                        <a:pt x="134" y="792"/>
                        <a:pt x="107" y="776"/>
                      </a:cubicBezTo>
                      <a:cubicBezTo>
                        <a:pt x="94" y="768"/>
                        <a:pt x="88" y="743"/>
                        <a:pt x="88" y="698"/>
                      </a:cubicBezTo>
                      <a:lnTo>
                        <a:pt x="88" y="698"/>
                      </a:lnTo>
                      <a:cubicBezTo>
                        <a:pt x="88" y="667"/>
                        <a:pt x="91" y="629"/>
                        <a:pt x="94" y="585"/>
                      </a:cubicBezTo>
                      <a:cubicBezTo>
                        <a:pt x="96" y="558"/>
                        <a:pt x="88" y="531"/>
                        <a:pt x="80" y="505"/>
                      </a:cubicBezTo>
                      <a:cubicBezTo>
                        <a:pt x="73" y="485"/>
                        <a:pt x="67" y="465"/>
                        <a:pt x="67" y="447"/>
                      </a:cubicBezTo>
                      <a:lnTo>
                        <a:pt x="67" y="425"/>
                      </a:lnTo>
                      <a:lnTo>
                        <a:pt x="67" y="418"/>
                      </a:lnTo>
                      <a:cubicBezTo>
                        <a:pt x="67" y="400"/>
                        <a:pt x="73" y="381"/>
                        <a:pt x="80" y="360"/>
                      </a:cubicBezTo>
                      <a:cubicBezTo>
                        <a:pt x="88" y="334"/>
                        <a:pt x="97" y="307"/>
                        <a:pt x="95" y="280"/>
                      </a:cubicBezTo>
                      <a:cubicBezTo>
                        <a:pt x="91" y="236"/>
                        <a:pt x="88" y="199"/>
                        <a:pt x="88" y="167"/>
                      </a:cubicBezTo>
                      <a:cubicBezTo>
                        <a:pt x="88" y="122"/>
                        <a:pt x="94" y="97"/>
                        <a:pt x="108" y="89"/>
                      </a:cubicBezTo>
                      <a:cubicBezTo>
                        <a:pt x="134" y="74"/>
                        <a:pt x="205" y="84"/>
                        <a:pt x="295" y="98"/>
                      </a:cubicBezTo>
                      <a:cubicBezTo>
                        <a:pt x="338" y="105"/>
                        <a:pt x="383" y="94"/>
                        <a:pt x="426" y="84"/>
                      </a:cubicBezTo>
                      <a:cubicBezTo>
                        <a:pt x="461" y="75"/>
                        <a:pt x="498" y="67"/>
                        <a:pt x="533" y="68"/>
                      </a:cubicBezTo>
                      <a:lnTo>
                        <a:pt x="534" y="68"/>
                      </a:lnTo>
                      <a:lnTo>
                        <a:pt x="535" y="68"/>
                      </a:lnTo>
                      <a:cubicBezTo>
                        <a:pt x="570" y="67"/>
                        <a:pt x="607" y="75"/>
                        <a:pt x="642" y="84"/>
                      </a:cubicBezTo>
                      <a:cubicBezTo>
                        <a:pt x="685" y="94"/>
                        <a:pt x="730" y="105"/>
                        <a:pt x="774" y="98"/>
                      </a:cubicBezTo>
                      <a:cubicBezTo>
                        <a:pt x="863" y="84"/>
                        <a:pt x="934" y="74"/>
                        <a:pt x="960" y="89"/>
                      </a:cubicBezTo>
                      <a:cubicBezTo>
                        <a:pt x="974" y="97"/>
                        <a:pt x="980" y="122"/>
                        <a:pt x="980" y="167"/>
                      </a:cubicBezTo>
                      <a:cubicBezTo>
                        <a:pt x="980" y="199"/>
                        <a:pt x="977" y="236"/>
                        <a:pt x="974" y="280"/>
                      </a:cubicBezTo>
                      <a:cubicBezTo>
                        <a:pt x="972" y="306"/>
                        <a:pt x="978" y="333"/>
                        <a:pt x="984" y="358"/>
                      </a:cubicBezTo>
                      <a:cubicBezTo>
                        <a:pt x="989" y="379"/>
                        <a:pt x="994" y="399"/>
                        <a:pt x="994" y="417"/>
                      </a:cubicBezTo>
                      <a:lnTo>
                        <a:pt x="993" y="440"/>
                      </a:lnTo>
                      <a:lnTo>
                        <a:pt x="993" y="448"/>
                      </a:lnTo>
                      <a:close/>
                      <a:moveTo>
                        <a:pt x="117" y="732"/>
                      </a:moveTo>
                      <a:lnTo>
                        <a:pt x="939" y="732"/>
                      </a:lnTo>
                      <a:lnTo>
                        <a:pt x="939" y="136"/>
                      </a:lnTo>
                      <a:lnTo>
                        <a:pt x="117" y="136"/>
                      </a:lnTo>
                      <a:lnTo>
                        <a:pt x="117" y="732"/>
                      </a:lnTo>
                      <a:close/>
                      <a:moveTo>
                        <a:pt x="706" y="263"/>
                      </a:moveTo>
                      <a:cubicBezTo>
                        <a:pt x="730" y="263"/>
                        <a:pt x="750" y="283"/>
                        <a:pt x="750" y="307"/>
                      </a:cubicBezTo>
                      <a:cubicBezTo>
                        <a:pt x="750" y="332"/>
                        <a:pt x="730" y="352"/>
                        <a:pt x="706" y="352"/>
                      </a:cubicBezTo>
                      <a:cubicBezTo>
                        <a:pt x="681" y="352"/>
                        <a:pt x="661" y="332"/>
                        <a:pt x="661" y="307"/>
                      </a:cubicBezTo>
                      <a:cubicBezTo>
                        <a:pt x="661" y="283"/>
                        <a:pt x="681" y="263"/>
                        <a:pt x="706" y="263"/>
                      </a:cubicBezTo>
                      <a:close/>
                      <a:moveTo>
                        <a:pt x="220" y="610"/>
                      </a:moveTo>
                      <a:cubicBezTo>
                        <a:pt x="220" y="610"/>
                        <a:pt x="394" y="249"/>
                        <a:pt x="542" y="542"/>
                      </a:cubicBezTo>
                      <a:cubicBezTo>
                        <a:pt x="542" y="542"/>
                        <a:pt x="581" y="675"/>
                        <a:pt x="640" y="592"/>
                      </a:cubicBezTo>
                      <a:cubicBezTo>
                        <a:pt x="699" y="510"/>
                        <a:pt x="762" y="521"/>
                        <a:pt x="803" y="592"/>
                      </a:cubicBezTo>
                      <a:cubicBezTo>
                        <a:pt x="825" y="629"/>
                        <a:pt x="838" y="643"/>
                        <a:pt x="845" y="647"/>
                      </a:cubicBezTo>
                      <a:lnTo>
                        <a:pt x="856" y="647"/>
                      </a:lnTo>
                      <a:cubicBezTo>
                        <a:pt x="856" y="647"/>
                        <a:pt x="853" y="651"/>
                        <a:pt x="845" y="647"/>
                      </a:cubicBezTo>
                      <a:lnTo>
                        <a:pt x="205" y="647"/>
                      </a:lnTo>
                      <a:lnTo>
                        <a:pt x="220" y="6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39" name="组合 138" descr="6bfdbf01-b203-4406-9eec-36625cc2b97b">
                <a:extLst>
                  <a:ext uri="{FF2B5EF4-FFF2-40B4-BE49-F238E27FC236}">
                    <a16:creationId xmlns:a16="http://schemas.microsoft.com/office/drawing/2014/main" id="{FB58F88F-7A4F-CC0E-013B-E9C632235CF8}"/>
                  </a:ext>
                </a:extLst>
              </p:cNvPr>
              <p:cNvGrpSpPr/>
              <p:nvPr/>
            </p:nvGrpSpPr>
            <p:grpSpPr>
              <a:xfrm>
                <a:off x="8464546" y="2357868"/>
                <a:ext cx="2203303" cy="3429056"/>
                <a:chOff x="8464546" y="2357868"/>
                <a:chExt cx="2203303" cy="3429056"/>
              </a:xfrm>
            </p:grpSpPr>
            <p:sp>
              <p:nvSpPr>
                <p:cNvPr id="124" name="矩形: 圆角 123" descr="71fac9c5-607b-4cd0-951e-764a851bebba">
                  <a:extLst>
                    <a:ext uri="{FF2B5EF4-FFF2-40B4-BE49-F238E27FC236}">
                      <a16:creationId xmlns:a16="http://schemas.microsoft.com/office/drawing/2014/main" id="{ADC1F3F9-353E-EF74-9875-AB1BA62A9A75}"/>
                    </a:ext>
                  </a:extLst>
                </p:cNvPr>
                <p:cNvSpPr/>
                <p:nvPr/>
              </p:nvSpPr>
              <p:spPr>
                <a:xfrm>
                  <a:off x="8513933" y="3429000"/>
                  <a:ext cx="2153916" cy="2357924"/>
                </a:xfrm>
                <a:prstGeom prst="roundRect">
                  <a:avLst>
                    <a:gd name="adj" fmla="val 2842"/>
                  </a:avLst>
                </a:prstGeom>
                <a:solidFill>
                  <a:schemeClr val="accent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IconBackground4" descr="b6266cd1-8856-4ec8-ba0f-a61a57daa665">
                  <a:extLst>
                    <a:ext uri="{FF2B5EF4-FFF2-40B4-BE49-F238E27FC236}">
                      <a16:creationId xmlns:a16="http://schemas.microsoft.com/office/drawing/2014/main" id="{EF980F40-99C5-6C03-7B55-142207765BF6}"/>
                    </a:ext>
                  </a:extLst>
                </p:cNvPr>
                <p:cNvSpPr/>
                <p:nvPr/>
              </p:nvSpPr>
              <p:spPr>
                <a:xfrm>
                  <a:off x="8464546" y="2357868"/>
                  <a:ext cx="714227" cy="684534"/>
                </a:xfrm>
                <a:custGeom>
                  <a:avLst/>
                  <a:gdLst>
                    <a:gd name="connsiteX0" fmla="*/ 995697 w 1989373"/>
                    <a:gd name="connsiteY0" fmla="*/ 1052989 h 1906667"/>
                    <a:gd name="connsiteX1" fmla="*/ 994745 w 1989373"/>
                    <a:gd name="connsiteY1" fmla="*/ 1673162 h 1906667"/>
                    <a:gd name="connsiteX2" fmla="*/ 923117 w 1989373"/>
                    <a:gd name="connsiteY2" fmla="*/ 1690783 h 1906667"/>
                    <a:gd name="connsiteX3" fmla="*/ 546499 w 1989373"/>
                    <a:gd name="connsiteY3" fmla="*/ 1888713 h 1906667"/>
                    <a:gd name="connsiteX4" fmla="*/ 378573 w 1989373"/>
                    <a:gd name="connsiteY4" fmla="*/ 1872235 h 1906667"/>
                    <a:gd name="connsiteX5" fmla="*/ 995697 w 1989373"/>
                    <a:gd name="connsiteY5" fmla="*/ 1051560 h 1906667"/>
                    <a:gd name="connsiteX6" fmla="*/ 995697 w 1989373"/>
                    <a:gd name="connsiteY6" fmla="*/ 1052989 h 1906667"/>
                    <a:gd name="connsiteX7" fmla="*/ 378572 w 1989373"/>
                    <a:gd name="connsiteY7" fmla="*/ 1872139 h 1906667"/>
                    <a:gd name="connsiteX8" fmla="*/ 323613 w 1989373"/>
                    <a:gd name="connsiteY8" fmla="*/ 1726788 h 1906667"/>
                    <a:gd name="connsiteX9" fmla="*/ 395622 w 1989373"/>
                    <a:gd name="connsiteY9" fmla="*/ 1307688 h 1906667"/>
                    <a:gd name="connsiteX10" fmla="*/ 390002 w 1989373"/>
                    <a:gd name="connsiteY10" fmla="*/ 1233583 h 1906667"/>
                    <a:gd name="connsiteX11" fmla="*/ 993697 w 1989373"/>
                    <a:gd name="connsiteY11" fmla="*/ 1051942 h 1906667"/>
                    <a:gd name="connsiteX12" fmla="*/ 994554 w 1989373"/>
                    <a:gd name="connsiteY12" fmla="*/ 1051942 h 1906667"/>
                    <a:gd name="connsiteX13" fmla="*/ 4716 w 1989373"/>
                    <a:gd name="connsiteY13" fmla="*/ 727901 h 1906667"/>
                    <a:gd name="connsiteX14" fmla="*/ 993697 w 1989373"/>
                    <a:gd name="connsiteY14" fmla="*/ 1051656 h 1906667"/>
                    <a:gd name="connsiteX15" fmla="*/ 390002 w 1989373"/>
                    <a:gd name="connsiteY15" fmla="*/ 1233298 h 1906667"/>
                    <a:gd name="connsiteX16" fmla="*/ 351426 w 1989373"/>
                    <a:gd name="connsiteY16" fmla="*/ 1171575 h 1906667"/>
                    <a:gd name="connsiteX17" fmla="*/ 46626 w 1989373"/>
                    <a:gd name="connsiteY17" fmla="*/ 874491 h 1906667"/>
                    <a:gd name="connsiteX18" fmla="*/ 4716 w 1989373"/>
                    <a:gd name="connsiteY18" fmla="*/ 727901 h 1906667"/>
                    <a:gd name="connsiteX19" fmla="*/ 1373459 w 1989373"/>
                    <a:gd name="connsiteY19" fmla="*/ 528067 h 1906667"/>
                    <a:gd name="connsiteX20" fmla="*/ 1436134 w 1989373"/>
                    <a:gd name="connsiteY20" fmla="*/ 551975 h 1906667"/>
                    <a:gd name="connsiteX21" fmla="*/ 1857329 w 1989373"/>
                    <a:gd name="connsiteY21" fmla="*/ 613220 h 1906667"/>
                    <a:gd name="connsiteX22" fmla="*/ 1966586 w 1989373"/>
                    <a:gd name="connsiteY22" fmla="*/ 685109 h 1906667"/>
                    <a:gd name="connsiteX23" fmla="*/ 1984048 w 1989373"/>
                    <a:gd name="connsiteY23" fmla="*/ 726999 h 1906667"/>
                    <a:gd name="connsiteX24" fmla="*/ 1984488 w 1989373"/>
                    <a:gd name="connsiteY24" fmla="*/ 726854 h 1906667"/>
                    <a:gd name="connsiteX25" fmla="*/ 1942387 w 1989373"/>
                    <a:gd name="connsiteY25" fmla="*/ 874492 h 1906667"/>
                    <a:gd name="connsiteX26" fmla="*/ 1637587 w 1989373"/>
                    <a:gd name="connsiteY26" fmla="*/ 1171576 h 1906667"/>
                    <a:gd name="connsiteX27" fmla="*/ 1598916 w 1989373"/>
                    <a:gd name="connsiteY27" fmla="*/ 1233299 h 1906667"/>
                    <a:gd name="connsiteX28" fmla="*/ 999095 w 1989373"/>
                    <a:gd name="connsiteY28" fmla="*/ 1050781 h 1906667"/>
                    <a:gd name="connsiteX29" fmla="*/ 998625 w 1989373"/>
                    <a:gd name="connsiteY29" fmla="*/ 1050936 h 1906667"/>
                    <a:gd name="connsiteX30" fmla="*/ 1598249 w 1989373"/>
                    <a:gd name="connsiteY30" fmla="*/ 1233394 h 1906667"/>
                    <a:gd name="connsiteX31" fmla="*/ 1592724 w 1989373"/>
                    <a:gd name="connsiteY31" fmla="*/ 1307497 h 1906667"/>
                    <a:gd name="connsiteX32" fmla="*/ 1664638 w 1989373"/>
                    <a:gd name="connsiteY32" fmla="*/ 1726597 h 1906667"/>
                    <a:gd name="connsiteX33" fmla="*/ 1610441 w 1989373"/>
                    <a:gd name="connsiteY33" fmla="*/ 1872235 h 1906667"/>
                    <a:gd name="connsiteX34" fmla="*/ 1442610 w 1989373"/>
                    <a:gd name="connsiteY34" fmla="*/ 1888713 h 1906667"/>
                    <a:gd name="connsiteX35" fmla="*/ 1065992 w 1989373"/>
                    <a:gd name="connsiteY35" fmla="*/ 1690783 h 1906667"/>
                    <a:gd name="connsiteX36" fmla="*/ 994745 w 1989373"/>
                    <a:gd name="connsiteY36" fmla="*/ 1673162 h 1906667"/>
                    <a:gd name="connsiteX37" fmla="*/ 995697 w 1989373"/>
                    <a:gd name="connsiteY37" fmla="*/ 1052990 h 1906667"/>
                    <a:gd name="connsiteX38" fmla="*/ 997221 w 1989373"/>
                    <a:gd name="connsiteY38" fmla="*/ 1051085 h 1906667"/>
                    <a:gd name="connsiteX39" fmla="*/ 997912 w 1989373"/>
                    <a:gd name="connsiteY39" fmla="*/ 1051085 h 1906667"/>
                    <a:gd name="connsiteX40" fmla="*/ 997841 w 1989373"/>
                    <a:gd name="connsiteY40" fmla="*/ 1050990 h 1906667"/>
                    <a:gd name="connsiteX41" fmla="*/ 997698 w 1989373"/>
                    <a:gd name="connsiteY41" fmla="*/ 1050990 h 1906667"/>
                    <a:gd name="connsiteX42" fmla="*/ 997768 w 1989373"/>
                    <a:gd name="connsiteY42" fmla="*/ 1050893 h 1906667"/>
                    <a:gd name="connsiteX43" fmla="*/ 997698 w 1989373"/>
                    <a:gd name="connsiteY43" fmla="*/ 1050799 h 1906667"/>
                    <a:gd name="connsiteX44" fmla="*/ 997835 w 1989373"/>
                    <a:gd name="connsiteY44" fmla="*/ 1050799 h 1906667"/>
                    <a:gd name="connsiteX45" fmla="*/ 615650 w 1989373"/>
                    <a:gd name="connsiteY45" fmla="*/ 527399 h 1906667"/>
                    <a:gd name="connsiteX46" fmla="*/ 995697 w 1989373"/>
                    <a:gd name="connsiteY46" fmla="*/ 1047750 h 1906667"/>
                    <a:gd name="connsiteX47" fmla="*/ 995697 w 1989373"/>
                    <a:gd name="connsiteY47" fmla="*/ 1050989 h 1906667"/>
                    <a:gd name="connsiteX48" fmla="*/ 993697 w 1989373"/>
                    <a:gd name="connsiteY48" fmla="*/ 1051656 h 1906667"/>
                    <a:gd name="connsiteX49" fmla="*/ 4812 w 1989373"/>
                    <a:gd name="connsiteY49" fmla="*/ 727806 h 1906667"/>
                    <a:gd name="connsiteX50" fmla="*/ 131780 w 1989373"/>
                    <a:gd name="connsiteY50" fmla="*/ 612553 h 1906667"/>
                    <a:gd name="connsiteX51" fmla="*/ 552880 w 1989373"/>
                    <a:gd name="connsiteY51" fmla="*/ 551307 h 1906667"/>
                    <a:gd name="connsiteX52" fmla="*/ 615650 w 1989373"/>
                    <a:gd name="connsiteY52" fmla="*/ 527399 h 1906667"/>
                    <a:gd name="connsiteX53" fmla="*/ 997316 w 1989373"/>
                    <a:gd name="connsiteY53" fmla="*/ 0 h 1906667"/>
                    <a:gd name="connsiteX54" fmla="*/ 1132190 w 1989373"/>
                    <a:gd name="connsiteY54" fmla="*/ 85725 h 1906667"/>
                    <a:gd name="connsiteX55" fmla="*/ 1320500 w 1989373"/>
                    <a:gd name="connsiteY55" fmla="*/ 467393 h 1906667"/>
                    <a:gd name="connsiteX56" fmla="*/ 1373459 w 1989373"/>
                    <a:gd name="connsiteY56" fmla="*/ 527495 h 1906667"/>
                    <a:gd name="connsiteX57" fmla="*/ 997697 w 1989373"/>
                    <a:gd name="connsiteY57" fmla="*/ 1050417 h 1906667"/>
                    <a:gd name="connsiteX58" fmla="*/ 995697 w 1989373"/>
                    <a:gd name="connsiteY58" fmla="*/ 1047750 h 1906667"/>
                    <a:gd name="connsiteX59" fmla="*/ 995697 w 1989373"/>
                    <a:gd name="connsiteY59" fmla="*/ 1047611 h 1906667"/>
                    <a:gd name="connsiteX60" fmla="*/ 616031 w 1989373"/>
                    <a:gd name="connsiteY60" fmla="*/ 527877 h 1906667"/>
                    <a:gd name="connsiteX61" fmla="*/ 668895 w 1989373"/>
                    <a:gd name="connsiteY61" fmla="*/ 467869 h 1906667"/>
                    <a:gd name="connsiteX62" fmla="*/ 857204 w 1989373"/>
                    <a:gd name="connsiteY62" fmla="*/ 86202 h 1906667"/>
                    <a:gd name="connsiteX63" fmla="*/ 954234 w 1989373"/>
                    <a:gd name="connsiteY63" fmla="*/ 5634 h 1906667"/>
                    <a:gd name="connsiteX64" fmla="*/ 997316 w 1989373"/>
                    <a:gd name="connsiteY64" fmla="*/ 428 h 190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1989373" h="1906667">
                      <a:moveTo>
                        <a:pt x="995697" y="1052989"/>
                      </a:moveTo>
                      <a:lnTo>
                        <a:pt x="994745" y="1673162"/>
                      </a:lnTo>
                      <a:cubicBezTo>
                        <a:pt x="969790" y="1673066"/>
                        <a:pt x="945186" y="1679163"/>
                        <a:pt x="923117" y="1690783"/>
                      </a:cubicBezTo>
                      <a:lnTo>
                        <a:pt x="546499" y="1888713"/>
                      </a:lnTo>
                      <a:cubicBezTo>
                        <a:pt x="492311" y="1917574"/>
                        <a:pt x="426122" y="1911001"/>
                        <a:pt x="378573" y="1872235"/>
                      </a:cubicBezTo>
                      <a:close/>
                      <a:moveTo>
                        <a:pt x="995697" y="1051560"/>
                      </a:moveTo>
                      <a:lnTo>
                        <a:pt x="995697" y="1052989"/>
                      </a:lnTo>
                      <a:lnTo>
                        <a:pt x="378572" y="1872139"/>
                      </a:lnTo>
                      <a:cubicBezTo>
                        <a:pt x="334881" y="1837468"/>
                        <a:pt x="313764" y="1781652"/>
                        <a:pt x="323613" y="1726788"/>
                      </a:cubicBezTo>
                      <a:lnTo>
                        <a:pt x="395622" y="1307688"/>
                      </a:lnTo>
                      <a:cubicBezTo>
                        <a:pt x="399851" y="1282923"/>
                        <a:pt x="397927" y="1257491"/>
                        <a:pt x="390002" y="1233583"/>
                      </a:cubicBezTo>
                      <a:lnTo>
                        <a:pt x="993697" y="1051942"/>
                      </a:lnTo>
                      <a:lnTo>
                        <a:pt x="994554" y="1051942"/>
                      </a:lnTo>
                      <a:close/>
                      <a:moveTo>
                        <a:pt x="4716" y="727901"/>
                      </a:moveTo>
                      <a:lnTo>
                        <a:pt x="993697" y="1051656"/>
                      </a:lnTo>
                      <a:lnTo>
                        <a:pt x="390002" y="1233298"/>
                      </a:lnTo>
                      <a:cubicBezTo>
                        <a:pt x="382297" y="1209961"/>
                        <a:pt x="369057" y="1188721"/>
                        <a:pt x="351426" y="1171575"/>
                      </a:cubicBezTo>
                      <a:lnTo>
                        <a:pt x="46626" y="874491"/>
                      </a:lnTo>
                      <a:cubicBezTo>
                        <a:pt x="7212" y="836772"/>
                        <a:pt x="-8800" y="780765"/>
                        <a:pt x="4716" y="727901"/>
                      </a:cubicBezTo>
                      <a:close/>
                      <a:moveTo>
                        <a:pt x="1373459" y="528067"/>
                      </a:moveTo>
                      <a:cubicBezTo>
                        <a:pt x="1392299" y="540640"/>
                        <a:pt x="1413721" y="548831"/>
                        <a:pt x="1436134" y="551975"/>
                      </a:cubicBezTo>
                      <a:lnTo>
                        <a:pt x="1857329" y="613220"/>
                      </a:lnTo>
                      <a:cubicBezTo>
                        <a:pt x="1903478" y="619650"/>
                        <a:pt x="1943229" y="646600"/>
                        <a:pt x="1966586" y="685109"/>
                      </a:cubicBezTo>
                      <a:lnTo>
                        <a:pt x="1984048" y="726999"/>
                      </a:lnTo>
                      <a:lnTo>
                        <a:pt x="1984488" y="726854"/>
                      </a:lnTo>
                      <a:cubicBezTo>
                        <a:pt x="1998347" y="780099"/>
                        <a:pt x="1982230" y="836582"/>
                        <a:pt x="1942387" y="874492"/>
                      </a:cubicBezTo>
                      <a:lnTo>
                        <a:pt x="1637587" y="1171576"/>
                      </a:lnTo>
                      <a:cubicBezTo>
                        <a:pt x="1619899" y="1188721"/>
                        <a:pt x="1606631" y="1209867"/>
                        <a:pt x="1598916" y="1233299"/>
                      </a:cubicBezTo>
                      <a:lnTo>
                        <a:pt x="999095" y="1050781"/>
                      </a:lnTo>
                      <a:lnTo>
                        <a:pt x="998625" y="1050936"/>
                      </a:lnTo>
                      <a:lnTo>
                        <a:pt x="1598249" y="1233394"/>
                      </a:lnTo>
                      <a:cubicBezTo>
                        <a:pt x="1590410" y="1257301"/>
                        <a:pt x="1588505" y="1282733"/>
                        <a:pt x="1592724" y="1307497"/>
                      </a:cubicBezTo>
                      <a:lnTo>
                        <a:pt x="1664638" y="1726597"/>
                      </a:lnTo>
                      <a:cubicBezTo>
                        <a:pt x="1674773" y="1781462"/>
                        <a:pt x="1653951" y="1837373"/>
                        <a:pt x="1610441" y="1872235"/>
                      </a:cubicBezTo>
                      <a:cubicBezTo>
                        <a:pt x="1562978" y="1911192"/>
                        <a:pt x="1496741" y="1917669"/>
                        <a:pt x="1442610" y="1888713"/>
                      </a:cubicBezTo>
                      <a:lnTo>
                        <a:pt x="1065992" y="1690783"/>
                      </a:lnTo>
                      <a:cubicBezTo>
                        <a:pt x="1044036" y="1679163"/>
                        <a:pt x="1019576" y="1673162"/>
                        <a:pt x="994745" y="1673162"/>
                      </a:cubicBezTo>
                      <a:lnTo>
                        <a:pt x="995697" y="1052990"/>
                      </a:lnTo>
                      <a:lnTo>
                        <a:pt x="997221" y="1051085"/>
                      </a:lnTo>
                      <a:lnTo>
                        <a:pt x="997912" y="1051085"/>
                      </a:lnTo>
                      <a:lnTo>
                        <a:pt x="997841" y="1050990"/>
                      </a:lnTo>
                      <a:lnTo>
                        <a:pt x="997698" y="1050990"/>
                      </a:lnTo>
                      <a:lnTo>
                        <a:pt x="997768" y="1050893"/>
                      </a:lnTo>
                      <a:lnTo>
                        <a:pt x="997698" y="1050799"/>
                      </a:lnTo>
                      <a:lnTo>
                        <a:pt x="997835" y="1050799"/>
                      </a:lnTo>
                      <a:close/>
                      <a:moveTo>
                        <a:pt x="615650" y="527399"/>
                      </a:moveTo>
                      <a:lnTo>
                        <a:pt x="995697" y="1047750"/>
                      </a:lnTo>
                      <a:lnTo>
                        <a:pt x="995697" y="1050989"/>
                      </a:lnTo>
                      <a:lnTo>
                        <a:pt x="993697" y="1051656"/>
                      </a:lnTo>
                      <a:lnTo>
                        <a:pt x="4812" y="727806"/>
                      </a:lnTo>
                      <a:cubicBezTo>
                        <a:pt x="19461" y="666941"/>
                        <a:pt x="69810" y="621221"/>
                        <a:pt x="131780" y="612553"/>
                      </a:cubicBezTo>
                      <a:lnTo>
                        <a:pt x="552880" y="551307"/>
                      </a:lnTo>
                      <a:cubicBezTo>
                        <a:pt x="575331" y="548164"/>
                        <a:pt x="596771" y="539973"/>
                        <a:pt x="615650" y="527399"/>
                      </a:cubicBezTo>
                      <a:close/>
                      <a:moveTo>
                        <a:pt x="997316" y="0"/>
                      </a:moveTo>
                      <a:cubicBezTo>
                        <a:pt x="1054933" y="572"/>
                        <a:pt x="1107235" y="33814"/>
                        <a:pt x="1132190" y="85725"/>
                      </a:cubicBezTo>
                      <a:lnTo>
                        <a:pt x="1320500" y="467393"/>
                      </a:lnTo>
                      <a:cubicBezTo>
                        <a:pt x="1332539" y="491776"/>
                        <a:pt x="1350808" y="512446"/>
                        <a:pt x="1373459" y="527495"/>
                      </a:cubicBezTo>
                      <a:lnTo>
                        <a:pt x="997697" y="1050417"/>
                      </a:lnTo>
                      <a:lnTo>
                        <a:pt x="995697" y="1047750"/>
                      </a:lnTo>
                      <a:lnTo>
                        <a:pt x="995697" y="1047611"/>
                      </a:lnTo>
                      <a:lnTo>
                        <a:pt x="616031" y="527877"/>
                      </a:lnTo>
                      <a:cubicBezTo>
                        <a:pt x="638681" y="512923"/>
                        <a:pt x="656931" y="492253"/>
                        <a:pt x="668895" y="467869"/>
                      </a:cubicBezTo>
                      <a:lnTo>
                        <a:pt x="857204" y="86202"/>
                      </a:lnTo>
                      <a:cubicBezTo>
                        <a:pt x="876635" y="45911"/>
                        <a:pt x="912407" y="16979"/>
                        <a:pt x="954234" y="5634"/>
                      </a:cubicBezTo>
                      <a:lnTo>
                        <a:pt x="997316" y="42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endParaRPr/>
                </a:p>
              </p:txBody>
            </p:sp>
            <p:sp>
              <p:nvSpPr>
                <p:cNvPr id="126" name="Text4" descr="25860738-499e-485e-85e5-ccaa3e51b1a3">
                  <a:extLst>
                    <a:ext uri="{FF2B5EF4-FFF2-40B4-BE49-F238E27FC236}">
                      <a16:creationId xmlns:a16="http://schemas.microsoft.com/office/drawing/2014/main" id="{7D6487FA-4F42-EF02-4A06-06484E183D54}"/>
                    </a:ext>
                  </a:extLst>
                </p:cNvPr>
                <p:cNvSpPr txBox="1"/>
                <p:nvPr/>
              </p:nvSpPr>
              <p:spPr>
                <a:xfrm>
                  <a:off x="8596480" y="4250983"/>
                  <a:ext cx="1988820" cy="140208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ea typeface="微软雅黑"/>
                    </a:rPr>
                    <a:t>除了图片，还可添加音频、视频等多媒体元素。在“插入”功能区中，选择相应的媒体文件即可。 </a:t>
                  </a:r>
                </a:p>
              </p:txBody>
            </p:sp>
            <p:sp>
              <p:nvSpPr>
                <p:cNvPr id="127" name="Bullet4" descr="0bc4723a-c342-4b6f-9e59-4ee82d325227">
                  <a:extLst>
                    <a:ext uri="{FF2B5EF4-FFF2-40B4-BE49-F238E27FC236}">
                      <a16:creationId xmlns:a16="http://schemas.microsoft.com/office/drawing/2014/main" id="{13076ACB-55D7-9B51-EB15-8BE6B2C0AAF3}"/>
                    </a:ext>
                  </a:extLst>
                </p:cNvPr>
                <p:cNvSpPr txBox="1"/>
                <p:nvPr/>
              </p:nvSpPr>
              <p:spPr>
                <a:xfrm>
                  <a:off x="8596480" y="3481389"/>
                  <a:ext cx="1988818" cy="769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en-US" sz="2000" b="1" i="0" u="none">
                      <a:solidFill>
                        <a:srgbClr val="000000"/>
                      </a:solidFill>
                      <a:ea typeface="微软雅黑"/>
                    </a:rPr>
                    <a:t>添加多媒体</a:t>
                  </a:r>
                </a:p>
              </p:txBody>
            </p:sp>
            <p:cxnSp>
              <p:nvCxnSpPr>
                <p:cNvPr id="128" name="直接连接符 127" descr="253151da-c166-42fb-a264-2338f71c4d13">
                  <a:extLst>
                    <a:ext uri="{FF2B5EF4-FFF2-40B4-BE49-F238E27FC236}">
                      <a16:creationId xmlns:a16="http://schemas.microsoft.com/office/drawing/2014/main" id="{11D5B59C-9C41-07BD-498A-BA9B3BEC42FD}"/>
                    </a:ext>
                  </a:extLst>
                </p:cNvPr>
                <p:cNvCxnSpPr>
                  <a:cxnSpLocks/>
                  <a:stCxn id="125" idx="1"/>
                </p:cNvCxnSpPr>
                <p:nvPr/>
              </p:nvCxnSpPr>
              <p:spPr>
                <a:xfrm>
                  <a:off x="8821681" y="2958569"/>
                  <a:ext cx="0" cy="356132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Icon4" descr="673233f7-4dfa-4a96-90f1-3cd295b7633e">
                  <a:extLst>
                    <a:ext uri="{FF2B5EF4-FFF2-40B4-BE49-F238E27FC236}">
                      <a16:creationId xmlns:a16="http://schemas.microsoft.com/office/drawing/2014/main" id="{E34CC519-720C-B69A-F367-A2FE2ACF30C4}"/>
                    </a:ext>
                  </a:extLst>
                </p:cNvPr>
                <p:cNvSpPr/>
                <p:nvPr/>
              </p:nvSpPr>
              <p:spPr>
                <a:xfrm>
                  <a:off x="8688359" y="2584748"/>
                  <a:ext cx="266644" cy="257146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  <a:gd name="connsiteX31" fmla="*/ 373273 h 605239"/>
                    <a:gd name="connsiteY31" fmla="*/ 373273 h 605239"/>
                    <a:gd name="connsiteX32" fmla="*/ 373273 h 605239"/>
                    <a:gd name="connsiteY32" fmla="*/ 373273 h 605239"/>
                    <a:gd name="connsiteX33" fmla="*/ 373273 h 605239"/>
                    <a:gd name="connsiteY33" fmla="*/ 373273 h 605239"/>
                    <a:gd name="connsiteX34" fmla="*/ 373273 h 605239"/>
                    <a:gd name="connsiteY34" fmla="*/ 373273 h 605239"/>
                    <a:gd name="connsiteX35" fmla="*/ 373273 h 605239"/>
                    <a:gd name="connsiteY35" fmla="*/ 373273 h 605239"/>
                    <a:gd name="connsiteX36" fmla="*/ 373273 h 605239"/>
                    <a:gd name="connsiteY36" fmla="*/ 373273 h 605239"/>
                    <a:gd name="connsiteX37" fmla="*/ 373273 h 605239"/>
                    <a:gd name="connsiteY37" fmla="*/ 373273 h 605239"/>
                    <a:gd name="connsiteX38" fmla="*/ 373273 h 605239"/>
                    <a:gd name="connsiteY38" fmla="*/ 373273 h 605239"/>
                    <a:gd name="connsiteX39" fmla="*/ 373273 h 605239"/>
                    <a:gd name="connsiteY39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605537" h="583969">
                      <a:moveTo>
                        <a:pt x="305825" y="199630"/>
                      </a:moveTo>
                      <a:cubicBezTo>
                        <a:pt x="356918" y="199630"/>
                        <a:pt x="398337" y="240970"/>
                        <a:pt x="398337" y="291965"/>
                      </a:cubicBezTo>
                      <a:cubicBezTo>
                        <a:pt x="398337" y="342960"/>
                        <a:pt x="356918" y="384300"/>
                        <a:pt x="305825" y="384300"/>
                      </a:cubicBezTo>
                      <a:cubicBezTo>
                        <a:pt x="254732" y="384300"/>
                        <a:pt x="213313" y="342960"/>
                        <a:pt x="213313" y="291965"/>
                      </a:cubicBezTo>
                      <a:cubicBezTo>
                        <a:pt x="213313" y="240970"/>
                        <a:pt x="254732" y="199630"/>
                        <a:pt x="305825" y="199630"/>
                      </a:cubicBezTo>
                      <a:close/>
                      <a:moveTo>
                        <a:pt x="306905" y="49972"/>
                      </a:moveTo>
                      <a:cubicBezTo>
                        <a:pt x="254987" y="52413"/>
                        <a:pt x="232988" y="80920"/>
                        <a:pt x="237290" y="132078"/>
                      </a:cubicBezTo>
                      <a:cubicBezTo>
                        <a:pt x="241201" y="149455"/>
                        <a:pt x="221646" y="171031"/>
                        <a:pt x="200135" y="160488"/>
                      </a:cubicBezTo>
                      <a:cubicBezTo>
                        <a:pt x="173345" y="147308"/>
                        <a:pt x="140591" y="136861"/>
                        <a:pt x="111259" y="149163"/>
                      </a:cubicBezTo>
                      <a:cubicBezTo>
                        <a:pt x="86717" y="159414"/>
                        <a:pt x="48194" y="188995"/>
                        <a:pt x="50932" y="219943"/>
                      </a:cubicBezTo>
                      <a:cubicBezTo>
                        <a:pt x="54745" y="262314"/>
                        <a:pt x="105490" y="285843"/>
                        <a:pt x="138440" y="303318"/>
                      </a:cubicBezTo>
                      <a:cubicBezTo>
                        <a:pt x="156528" y="312983"/>
                        <a:pt x="152128" y="335535"/>
                        <a:pt x="138440" y="346079"/>
                      </a:cubicBezTo>
                      <a:cubicBezTo>
                        <a:pt x="103339" y="372927"/>
                        <a:pt x="59927" y="419105"/>
                        <a:pt x="106272" y="460695"/>
                      </a:cubicBezTo>
                      <a:cubicBezTo>
                        <a:pt x="148022" y="498184"/>
                        <a:pt x="184003" y="483442"/>
                        <a:pt x="217442" y="445855"/>
                      </a:cubicBezTo>
                      <a:cubicBezTo>
                        <a:pt x="230544" y="431114"/>
                        <a:pt x="253325" y="440193"/>
                        <a:pt x="258898" y="456790"/>
                      </a:cubicBezTo>
                      <a:cubicBezTo>
                        <a:pt x="268089" y="484126"/>
                        <a:pt x="285297" y="538407"/>
                        <a:pt x="324113" y="533428"/>
                      </a:cubicBezTo>
                      <a:cubicBezTo>
                        <a:pt x="382093" y="526106"/>
                        <a:pt x="386200" y="475827"/>
                        <a:pt x="374663" y="430333"/>
                      </a:cubicBezTo>
                      <a:cubicBezTo>
                        <a:pt x="369187" y="408659"/>
                        <a:pt x="391871" y="392453"/>
                        <a:pt x="411132" y="402411"/>
                      </a:cubicBezTo>
                      <a:cubicBezTo>
                        <a:pt x="442029" y="418422"/>
                        <a:pt x="491796" y="437362"/>
                        <a:pt x="519955" y="403778"/>
                      </a:cubicBezTo>
                      <a:cubicBezTo>
                        <a:pt x="552220" y="365214"/>
                        <a:pt x="520151" y="330263"/>
                        <a:pt x="495120" y="302635"/>
                      </a:cubicBezTo>
                      <a:cubicBezTo>
                        <a:pt x="485441" y="291896"/>
                        <a:pt x="484756" y="270613"/>
                        <a:pt x="500107" y="263779"/>
                      </a:cubicBezTo>
                      <a:cubicBezTo>
                        <a:pt x="514089" y="257530"/>
                        <a:pt x="530026" y="252063"/>
                        <a:pt x="542248" y="242691"/>
                      </a:cubicBezTo>
                      <a:cubicBezTo>
                        <a:pt x="570700" y="221115"/>
                        <a:pt x="552612" y="183918"/>
                        <a:pt x="534328" y="165955"/>
                      </a:cubicBezTo>
                      <a:cubicBezTo>
                        <a:pt x="491894" y="124072"/>
                        <a:pt x="443496" y="140376"/>
                        <a:pt x="398715" y="167907"/>
                      </a:cubicBezTo>
                      <a:cubicBezTo>
                        <a:pt x="379747" y="179525"/>
                        <a:pt x="356966" y="160488"/>
                        <a:pt x="362245" y="139888"/>
                      </a:cubicBezTo>
                      <a:cubicBezTo>
                        <a:pt x="374858" y="91464"/>
                        <a:pt x="368601" y="47043"/>
                        <a:pt x="306905" y="49972"/>
                      </a:cubicBezTo>
                      <a:close/>
                      <a:moveTo>
                        <a:pt x="318931" y="963"/>
                      </a:moveTo>
                      <a:cubicBezTo>
                        <a:pt x="387373" y="9749"/>
                        <a:pt x="417194" y="48703"/>
                        <a:pt x="416901" y="104058"/>
                      </a:cubicBezTo>
                      <a:cubicBezTo>
                        <a:pt x="476250" y="81994"/>
                        <a:pt x="542052" y="85802"/>
                        <a:pt x="582237" y="146820"/>
                      </a:cubicBezTo>
                      <a:cubicBezTo>
                        <a:pt x="625062" y="211743"/>
                        <a:pt x="605507" y="260166"/>
                        <a:pt x="550852" y="293165"/>
                      </a:cubicBezTo>
                      <a:cubicBezTo>
                        <a:pt x="582824" y="337781"/>
                        <a:pt x="604432" y="396456"/>
                        <a:pt x="554958" y="438729"/>
                      </a:cubicBezTo>
                      <a:cubicBezTo>
                        <a:pt x="515653" y="472410"/>
                        <a:pt x="472535" y="475925"/>
                        <a:pt x="428830" y="462843"/>
                      </a:cubicBezTo>
                      <a:cubicBezTo>
                        <a:pt x="430003" y="517027"/>
                        <a:pt x="405266" y="563009"/>
                        <a:pt x="343766" y="580387"/>
                      </a:cubicBezTo>
                      <a:cubicBezTo>
                        <a:pt x="285395" y="596984"/>
                        <a:pt x="247947" y="553149"/>
                        <a:pt x="225557" y="505897"/>
                      </a:cubicBezTo>
                      <a:cubicBezTo>
                        <a:pt x="171976" y="546608"/>
                        <a:pt x="110281" y="542117"/>
                        <a:pt x="59732" y="482076"/>
                      </a:cubicBezTo>
                      <a:cubicBezTo>
                        <a:pt x="13973" y="427892"/>
                        <a:pt x="42132" y="370975"/>
                        <a:pt x="84077" y="328994"/>
                      </a:cubicBezTo>
                      <a:cubicBezTo>
                        <a:pt x="28835" y="293555"/>
                        <a:pt x="-28656" y="236150"/>
                        <a:pt x="15929" y="169860"/>
                      </a:cubicBezTo>
                      <a:cubicBezTo>
                        <a:pt x="58558" y="106694"/>
                        <a:pt x="119960" y="85216"/>
                        <a:pt x="186056" y="102984"/>
                      </a:cubicBezTo>
                      <a:cubicBezTo>
                        <a:pt x="186056" y="73696"/>
                        <a:pt x="192411" y="45481"/>
                        <a:pt x="219397" y="27225"/>
                      </a:cubicBezTo>
                      <a:cubicBezTo>
                        <a:pt x="247654" y="8090"/>
                        <a:pt x="284417" y="-3528"/>
                        <a:pt x="318931" y="9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</p:grpSp>
        <p:sp>
          <p:nvSpPr>
            <p:cNvPr id="4" name="任意多边形: 形状 1" descr="26f64fbb-ae89-4234-90f5-101b3a8d0750">
              <a:extLst>
                <a:ext uri="{FF2B5EF4-FFF2-40B4-BE49-F238E27FC236}">
                  <a16:creationId xmlns:a16="http://schemas.microsoft.com/office/drawing/2014/main" id="{83C48101-9409-083B-DB02-7164B557F3BB}"/>
                </a:ext>
              </a:extLst>
            </p:cNvPr>
            <p:cNvSpPr/>
            <p:nvPr/>
          </p:nvSpPr>
          <p:spPr>
            <a:xfrm>
              <a:off x="0" y="0"/>
              <a:ext cx="12192001" cy="6858001"/>
            </a:xfrm>
            <a:custGeom>
              <a:avLst/>
              <a:gdLst>
                <a:gd name="connsiteX0" fmla="*/ 662423 w 12192001"/>
                <a:gd name="connsiteY0" fmla="*/ 6856516 h 6858001"/>
                <a:gd name="connsiteX1" fmla="*/ 662423 w 12192001"/>
                <a:gd name="connsiteY1" fmla="*/ 6858001 h 6858001"/>
                <a:gd name="connsiteX2" fmla="*/ 656025 w 12192001"/>
                <a:gd name="connsiteY2" fmla="*/ 6858001 h 6858001"/>
                <a:gd name="connsiteX3" fmla="*/ 658419 w 12192001"/>
                <a:gd name="connsiteY3" fmla="*/ 6857281 h 6858001"/>
                <a:gd name="connsiteX4" fmla="*/ 660135 w 12192001"/>
                <a:gd name="connsiteY4" fmla="*/ 6857281 h 6858001"/>
                <a:gd name="connsiteX5" fmla="*/ 0 w 12192001"/>
                <a:gd name="connsiteY5" fmla="*/ 6641167 h 6858001"/>
                <a:gd name="connsiteX6" fmla="*/ 658419 w 12192001"/>
                <a:gd name="connsiteY6" fmla="*/ 6856708 h 6858001"/>
                <a:gd name="connsiteX7" fmla="*/ 654122 w 12192001"/>
                <a:gd name="connsiteY7" fmla="*/ 6858001 h 6858001"/>
                <a:gd name="connsiteX8" fmla="*/ 0 w 12192001"/>
                <a:gd name="connsiteY8" fmla="*/ 6858001 h 6858001"/>
                <a:gd name="connsiteX9" fmla="*/ 0 w 12192001"/>
                <a:gd name="connsiteY9" fmla="*/ 5941916 h 6858001"/>
                <a:gd name="connsiteX10" fmla="*/ 662423 w 12192001"/>
                <a:gd name="connsiteY10" fmla="*/ 6848888 h 6858001"/>
                <a:gd name="connsiteX11" fmla="*/ 662423 w 12192001"/>
                <a:gd name="connsiteY11" fmla="*/ 6855373 h 6858001"/>
                <a:gd name="connsiteX12" fmla="*/ 658419 w 12192001"/>
                <a:gd name="connsiteY12" fmla="*/ 6856708 h 6858001"/>
                <a:gd name="connsiteX13" fmla="*/ 0 w 12192001"/>
                <a:gd name="connsiteY13" fmla="*/ 6641083 h 6858001"/>
                <a:gd name="connsiteX14" fmla="*/ 1418681 w 12192001"/>
                <a:gd name="connsiteY14" fmla="*/ 5808513 h 6858001"/>
                <a:gd name="connsiteX15" fmla="*/ 1544153 w 12192001"/>
                <a:gd name="connsiteY15" fmla="*/ 5856376 h 6858001"/>
                <a:gd name="connsiteX16" fmla="*/ 2387362 w 12192001"/>
                <a:gd name="connsiteY16" fmla="*/ 5978985 h 6858001"/>
                <a:gd name="connsiteX17" fmla="*/ 2606088 w 12192001"/>
                <a:gd name="connsiteY17" fmla="*/ 6122902 h 6858001"/>
                <a:gd name="connsiteX18" fmla="*/ 2641046 w 12192001"/>
                <a:gd name="connsiteY18" fmla="*/ 6206764 h 6858001"/>
                <a:gd name="connsiteX19" fmla="*/ 2641927 w 12192001"/>
                <a:gd name="connsiteY19" fmla="*/ 6206473 h 6858001"/>
                <a:gd name="connsiteX20" fmla="*/ 2557643 w 12192001"/>
                <a:gd name="connsiteY20" fmla="*/ 6502036 h 6858001"/>
                <a:gd name="connsiteX21" fmla="*/ 2192433 w 12192001"/>
                <a:gd name="connsiteY21" fmla="*/ 6858001 h 6858001"/>
                <a:gd name="connsiteX22" fmla="*/ 679233 w 12192001"/>
                <a:gd name="connsiteY22" fmla="*/ 6858001 h 6858001"/>
                <a:gd name="connsiteX23" fmla="*/ 669226 w 12192001"/>
                <a:gd name="connsiteY23" fmla="*/ 6854956 h 6858001"/>
                <a:gd name="connsiteX24" fmla="*/ 668285 w 12192001"/>
                <a:gd name="connsiteY24" fmla="*/ 6855267 h 6858001"/>
                <a:gd name="connsiteX25" fmla="*/ 677272 w 12192001"/>
                <a:gd name="connsiteY25" fmla="*/ 6858001 h 6858001"/>
                <a:gd name="connsiteX26" fmla="*/ 663525 w 12192001"/>
                <a:gd name="connsiteY26" fmla="*/ 6858001 h 6858001"/>
                <a:gd name="connsiteX27" fmla="*/ 665474 w 12192001"/>
                <a:gd name="connsiteY27" fmla="*/ 6855565 h 6858001"/>
                <a:gd name="connsiteX28" fmla="*/ 666857 w 12192001"/>
                <a:gd name="connsiteY28" fmla="*/ 6855565 h 6858001"/>
                <a:gd name="connsiteX29" fmla="*/ 666715 w 12192001"/>
                <a:gd name="connsiteY29" fmla="*/ 6855375 h 6858001"/>
                <a:gd name="connsiteX30" fmla="*/ 666429 w 12192001"/>
                <a:gd name="connsiteY30" fmla="*/ 6855375 h 6858001"/>
                <a:gd name="connsiteX31" fmla="*/ 666569 w 12192001"/>
                <a:gd name="connsiteY31" fmla="*/ 6855181 h 6858001"/>
                <a:gd name="connsiteX32" fmla="*/ 666429 w 12192001"/>
                <a:gd name="connsiteY32" fmla="*/ 6854992 h 6858001"/>
                <a:gd name="connsiteX33" fmla="*/ 666703 w 12192001"/>
                <a:gd name="connsiteY33" fmla="*/ 6854992 h 6858001"/>
                <a:gd name="connsiteX34" fmla="*/ 665664 w 12192001"/>
                <a:gd name="connsiteY34" fmla="*/ 4751354 h 6858001"/>
                <a:gd name="connsiteX35" fmla="*/ 935674 w 12192001"/>
                <a:gd name="connsiteY35" fmla="*/ 4922971 h 6858001"/>
                <a:gd name="connsiteX36" fmla="*/ 1312660 w 12192001"/>
                <a:gd name="connsiteY36" fmla="*/ 5687048 h 6858001"/>
                <a:gd name="connsiteX37" fmla="*/ 1418681 w 12192001"/>
                <a:gd name="connsiteY37" fmla="*/ 5807368 h 6858001"/>
                <a:gd name="connsiteX38" fmla="*/ 666427 w 12192001"/>
                <a:gd name="connsiteY38" fmla="*/ 6854228 h 6858001"/>
                <a:gd name="connsiteX39" fmla="*/ 662423 w 12192001"/>
                <a:gd name="connsiteY39" fmla="*/ 6848888 h 6858001"/>
                <a:gd name="connsiteX40" fmla="*/ 662423 w 12192001"/>
                <a:gd name="connsiteY40" fmla="*/ 6848610 h 6858001"/>
                <a:gd name="connsiteX41" fmla="*/ 0 w 12192001"/>
                <a:gd name="connsiteY41" fmla="*/ 5941804 h 6858001"/>
                <a:gd name="connsiteX42" fmla="*/ 0 w 12192001"/>
                <a:gd name="connsiteY42" fmla="*/ 5700241 h 6858001"/>
                <a:gd name="connsiteX43" fmla="*/ 8184 w 12192001"/>
                <a:gd name="connsiteY43" fmla="*/ 5688001 h 6858001"/>
                <a:gd name="connsiteX44" fmla="*/ 385168 w 12192001"/>
                <a:gd name="connsiteY44" fmla="*/ 4923926 h 6858001"/>
                <a:gd name="connsiteX45" fmla="*/ 579417 w 12192001"/>
                <a:gd name="connsiteY45" fmla="*/ 4762633 h 6858001"/>
                <a:gd name="connsiteX46" fmla="*/ 665664 w 12192001"/>
                <a:gd name="connsiteY46" fmla="*/ 4752211 h 6858001"/>
                <a:gd name="connsiteX47" fmla="*/ 11129819 w 12192001"/>
                <a:gd name="connsiteY47" fmla="*/ 695798 h 6858001"/>
                <a:gd name="connsiteX48" fmla="*/ 11127913 w 12192001"/>
                <a:gd name="connsiteY48" fmla="*/ 1937348 h 6858001"/>
                <a:gd name="connsiteX49" fmla="*/ 10984518 w 12192001"/>
                <a:gd name="connsiteY49" fmla="*/ 1972624 h 6858001"/>
                <a:gd name="connsiteX50" fmla="*/ 10230550 w 12192001"/>
                <a:gd name="connsiteY50" fmla="*/ 2368869 h 6858001"/>
                <a:gd name="connsiteX51" fmla="*/ 9894372 w 12192001"/>
                <a:gd name="connsiteY51" fmla="*/ 2335880 h 6858001"/>
                <a:gd name="connsiteX52" fmla="*/ 11129819 w 12192001"/>
                <a:gd name="connsiteY52" fmla="*/ 692937 h 6858001"/>
                <a:gd name="connsiteX53" fmla="*/ 11129819 w 12192001"/>
                <a:gd name="connsiteY53" fmla="*/ 695798 h 6858001"/>
                <a:gd name="connsiteX54" fmla="*/ 9894370 w 12192001"/>
                <a:gd name="connsiteY54" fmla="*/ 2335688 h 6858001"/>
                <a:gd name="connsiteX55" fmla="*/ 9784345 w 12192001"/>
                <a:gd name="connsiteY55" fmla="*/ 2044704 h 6858001"/>
                <a:gd name="connsiteX56" fmla="*/ 9928503 w 12192001"/>
                <a:gd name="connsiteY56" fmla="*/ 1205690 h 6858001"/>
                <a:gd name="connsiteX57" fmla="*/ 9917252 w 12192001"/>
                <a:gd name="connsiteY57" fmla="*/ 1057336 h 6858001"/>
                <a:gd name="connsiteX58" fmla="*/ 11125815 w 12192001"/>
                <a:gd name="connsiteY58" fmla="*/ 693702 h 6858001"/>
                <a:gd name="connsiteX59" fmla="*/ 11127531 w 12192001"/>
                <a:gd name="connsiteY59" fmla="*/ 693702 h 6858001"/>
                <a:gd name="connsiteX60" fmla="*/ 9145931 w 12192001"/>
                <a:gd name="connsiteY60" fmla="*/ 44990 h 6858001"/>
                <a:gd name="connsiteX61" fmla="*/ 11125815 w 12192001"/>
                <a:gd name="connsiteY61" fmla="*/ 693129 h 6858001"/>
                <a:gd name="connsiteX62" fmla="*/ 9917252 w 12192001"/>
                <a:gd name="connsiteY62" fmla="*/ 1056766 h 6858001"/>
                <a:gd name="connsiteX63" fmla="*/ 9840025 w 12192001"/>
                <a:gd name="connsiteY63" fmla="*/ 933200 h 6858001"/>
                <a:gd name="connsiteX64" fmla="*/ 9229833 w 12192001"/>
                <a:gd name="connsiteY64" fmla="*/ 338455 h 6858001"/>
                <a:gd name="connsiteX65" fmla="*/ 9145931 w 12192001"/>
                <a:gd name="connsiteY65" fmla="*/ 44990 h 6858001"/>
                <a:gd name="connsiteX66" fmla="*/ 11630934 w 12192001"/>
                <a:gd name="connsiteY66" fmla="*/ 0 h 6858001"/>
                <a:gd name="connsiteX67" fmla="*/ 12192001 w 12192001"/>
                <a:gd name="connsiteY67" fmla="*/ 0 h 6858001"/>
                <a:gd name="connsiteX68" fmla="*/ 12192001 w 12192001"/>
                <a:gd name="connsiteY68" fmla="*/ 1012516 h 6858001"/>
                <a:gd name="connsiteX69" fmla="*/ 11136622 w 12192001"/>
                <a:gd name="connsiteY69" fmla="*/ 691377 h 6858001"/>
                <a:gd name="connsiteX70" fmla="*/ 11135681 w 12192001"/>
                <a:gd name="connsiteY70" fmla="*/ 691688 h 6858001"/>
                <a:gd name="connsiteX71" fmla="*/ 12192001 w 12192001"/>
                <a:gd name="connsiteY71" fmla="*/ 1013112 h 6858001"/>
                <a:gd name="connsiteX72" fmla="*/ 12192001 w 12192001"/>
                <a:gd name="connsiteY72" fmla="*/ 2403095 h 6858001"/>
                <a:gd name="connsiteX73" fmla="*/ 12109367 w 12192001"/>
                <a:gd name="connsiteY73" fmla="*/ 2399137 h 6858001"/>
                <a:gd name="connsiteX74" fmla="*/ 12024513 w 12192001"/>
                <a:gd name="connsiteY74" fmla="*/ 2368869 h 6858001"/>
                <a:gd name="connsiteX75" fmla="*/ 11270545 w 12192001"/>
                <a:gd name="connsiteY75" fmla="*/ 1972624 h 6858001"/>
                <a:gd name="connsiteX76" fmla="*/ 11127913 w 12192001"/>
                <a:gd name="connsiteY76" fmla="*/ 1937348 h 6858001"/>
                <a:gd name="connsiteX77" fmla="*/ 11129819 w 12192001"/>
                <a:gd name="connsiteY77" fmla="*/ 695800 h 6858001"/>
                <a:gd name="connsiteX78" fmla="*/ 11132870 w 12192001"/>
                <a:gd name="connsiteY78" fmla="*/ 691986 h 6858001"/>
                <a:gd name="connsiteX79" fmla="*/ 11134253 w 12192001"/>
                <a:gd name="connsiteY79" fmla="*/ 691986 h 6858001"/>
                <a:gd name="connsiteX80" fmla="*/ 11134111 w 12192001"/>
                <a:gd name="connsiteY80" fmla="*/ 691796 h 6858001"/>
                <a:gd name="connsiteX81" fmla="*/ 11133825 w 12192001"/>
                <a:gd name="connsiteY81" fmla="*/ 691796 h 6858001"/>
                <a:gd name="connsiteX82" fmla="*/ 11133965 w 12192001"/>
                <a:gd name="connsiteY82" fmla="*/ 691602 h 6858001"/>
                <a:gd name="connsiteX83" fmla="*/ 11133825 w 12192001"/>
                <a:gd name="connsiteY83" fmla="*/ 691413 h 6858001"/>
                <a:gd name="connsiteX84" fmla="*/ 11134099 w 12192001"/>
                <a:gd name="connsiteY84" fmla="*/ 691413 h 6858001"/>
                <a:gd name="connsiteX85" fmla="*/ 10629403 w 12192001"/>
                <a:gd name="connsiteY85" fmla="*/ 0 h 6858001"/>
                <a:gd name="connsiteX86" fmla="*/ 11630111 w 12192001"/>
                <a:gd name="connsiteY86" fmla="*/ 0 h 6858001"/>
                <a:gd name="connsiteX87" fmla="*/ 11133823 w 12192001"/>
                <a:gd name="connsiteY87" fmla="*/ 690649 h 6858001"/>
                <a:gd name="connsiteX88" fmla="*/ 11129819 w 12192001"/>
                <a:gd name="connsiteY88" fmla="*/ 685309 h 6858001"/>
                <a:gd name="connsiteX89" fmla="*/ 11129819 w 12192001"/>
                <a:gd name="connsiteY89" fmla="*/ 685031 h 6858001"/>
                <a:gd name="connsiteX90" fmla="*/ 9164378 w 12192001"/>
                <a:gd name="connsiteY90" fmla="*/ 0 h 6858001"/>
                <a:gd name="connsiteX91" fmla="*/ 10629291 w 12192001"/>
                <a:gd name="connsiteY91" fmla="*/ 0 h 6858001"/>
                <a:gd name="connsiteX92" fmla="*/ 11129819 w 12192001"/>
                <a:gd name="connsiteY92" fmla="*/ 685309 h 6858001"/>
                <a:gd name="connsiteX93" fmla="*/ 11129819 w 12192001"/>
                <a:gd name="connsiteY93" fmla="*/ 691794 h 6858001"/>
                <a:gd name="connsiteX94" fmla="*/ 11125815 w 12192001"/>
                <a:gd name="connsiteY94" fmla="*/ 693129 h 6858001"/>
                <a:gd name="connsiteX95" fmla="*/ 9146123 w 12192001"/>
                <a:gd name="connsiteY95" fmla="*/ 4480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2192001" h="6858001">
                  <a:moveTo>
                    <a:pt x="662423" y="6856516"/>
                  </a:moveTo>
                  <a:lnTo>
                    <a:pt x="662423" y="6858001"/>
                  </a:lnTo>
                  <a:lnTo>
                    <a:pt x="656025" y="6858001"/>
                  </a:lnTo>
                  <a:lnTo>
                    <a:pt x="658419" y="6857281"/>
                  </a:lnTo>
                  <a:lnTo>
                    <a:pt x="660135" y="6857281"/>
                  </a:lnTo>
                  <a:close/>
                  <a:moveTo>
                    <a:pt x="0" y="6641167"/>
                  </a:moveTo>
                  <a:lnTo>
                    <a:pt x="658419" y="6856708"/>
                  </a:lnTo>
                  <a:lnTo>
                    <a:pt x="654122" y="6858001"/>
                  </a:lnTo>
                  <a:lnTo>
                    <a:pt x="0" y="6858001"/>
                  </a:lnTo>
                  <a:close/>
                  <a:moveTo>
                    <a:pt x="0" y="5941916"/>
                  </a:moveTo>
                  <a:lnTo>
                    <a:pt x="662423" y="6848888"/>
                  </a:lnTo>
                  <a:lnTo>
                    <a:pt x="662423" y="6855373"/>
                  </a:lnTo>
                  <a:lnTo>
                    <a:pt x="658419" y="6856708"/>
                  </a:lnTo>
                  <a:lnTo>
                    <a:pt x="0" y="6641083"/>
                  </a:lnTo>
                  <a:close/>
                  <a:moveTo>
                    <a:pt x="1418681" y="5808513"/>
                  </a:moveTo>
                  <a:cubicBezTo>
                    <a:pt x="1456398" y="5833684"/>
                    <a:pt x="1499284" y="5850082"/>
                    <a:pt x="1544153" y="5856376"/>
                  </a:cubicBezTo>
                  <a:lnTo>
                    <a:pt x="2387362" y="5978985"/>
                  </a:lnTo>
                  <a:cubicBezTo>
                    <a:pt x="2479749" y="5991857"/>
                    <a:pt x="2559329" y="6045810"/>
                    <a:pt x="2606088" y="6122902"/>
                  </a:cubicBezTo>
                  <a:lnTo>
                    <a:pt x="2641046" y="6206764"/>
                  </a:lnTo>
                  <a:lnTo>
                    <a:pt x="2641927" y="6206473"/>
                  </a:lnTo>
                  <a:cubicBezTo>
                    <a:pt x="2669672" y="6313067"/>
                    <a:pt x="2637406" y="6426143"/>
                    <a:pt x="2557643" y="6502036"/>
                  </a:cubicBezTo>
                  <a:lnTo>
                    <a:pt x="2192433" y="6858001"/>
                  </a:lnTo>
                  <a:lnTo>
                    <a:pt x="679233" y="6858001"/>
                  </a:lnTo>
                  <a:lnTo>
                    <a:pt x="669226" y="6854956"/>
                  </a:lnTo>
                  <a:lnTo>
                    <a:pt x="668285" y="6855267"/>
                  </a:lnTo>
                  <a:lnTo>
                    <a:pt x="677272" y="6858001"/>
                  </a:lnTo>
                  <a:lnTo>
                    <a:pt x="663525" y="6858001"/>
                  </a:lnTo>
                  <a:lnTo>
                    <a:pt x="665474" y="6855565"/>
                  </a:lnTo>
                  <a:lnTo>
                    <a:pt x="666857" y="6855565"/>
                  </a:lnTo>
                  <a:lnTo>
                    <a:pt x="666715" y="6855375"/>
                  </a:lnTo>
                  <a:lnTo>
                    <a:pt x="666429" y="6855375"/>
                  </a:lnTo>
                  <a:lnTo>
                    <a:pt x="666569" y="6855181"/>
                  </a:lnTo>
                  <a:lnTo>
                    <a:pt x="666429" y="6854992"/>
                  </a:lnTo>
                  <a:lnTo>
                    <a:pt x="666703" y="6854992"/>
                  </a:lnTo>
                  <a:close/>
                  <a:moveTo>
                    <a:pt x="665664" y="4751354"/>
                  </a:moveTo>
                  <a:cubicBezTo>
                    <a:pt x="781010" y="4752499"/>
                    <a:pt x="885716" y="4819048"/>
                    <a:pt x="935674" y="4922971"/>
                  </a:cubicBezTo>
                  <a:lnTo>
                    <a:pt x="1312660" y="5687048"/>
                  </a:lnTo>
                  <a:cubicBezTo>
                    <a:pt x="1336762" y="5735861"/>
                    <a:pt x="1373335" y="5777241"/>
                    <a:pt x="1418681" y="5807368"/>
                  </a:cubicBezTo>
                  <a:lnTo>
                    <a:pt x="666427" y="6854228"/>
                  </a:lnTo>
                  <a:lnTo>
                    <a:pt x="662423" y="6848888"/>
                  </a:lnTo>
                  <a:lnTo>
                    <a:pt x="662423" y="6848610"/>
                  </a:lnTo>
                  <a:lnTo>
                    <a:pt x="0" y="5941804"/>
                  </a:lnTo>
                  <a:lnTo>
                    <a:pt x="0" y="5700241"/>
                  </a:lnTo>
                  <a:lnTo>
                    <a:pt x="8184" y="5688001"/>
                  </a:lnTo>
                  <a:lnTo>
                    <a:pt x="385168" y="4923926"/>
                  </a:lnTo>
                  <a:cubicBezTo>
                    <a:pt x="424068" y="4843265"/>
                    <a:pt x="495681" y="4785345"/>
                    <a:pt x="579417" y="4762633"/>
                  </a:cubicBezTo>
                  <a:lnTo>
                    <a:pt x="665664" y="4752211"/>
                  </a:lnTo>
                  <a:close/>
                  <a:moveTo>
                    <a:pt x="11129819" y="695798"/>
                  </a:moveTo>
                  <a:lnTo>
                    <a:pt x="11127913" y="1937348"/>
                  </a:lnTo>
                  <a:cubicBezTo>
                    <a:pt x="11077955" y="1937156"/>
                    <a:pt x="11028699" y="1949361"/>
                    <a:pt x="10984518" y="1972624"/>
                  </a:cubicBezTo>
                  <a:lnTo>
                    <a:pt x="10230550" y="2368869"/>
                  </a:lnTo>
                  <a:cubicBezTo>
                    <a:pt x="10122069" y="2426646"/>
                    <a:pt x="9989562" y="2413488"/>
                    <a:pt x="9894372" y="2335880"/>
                  </a:cubicBezTo>
                  <a:close/>
                  <a:moveTo>
                    <a:pt x="11129819" y="692937"/>
                  </a:moveTo>
                  <a:lnTo>
                    <a:pt x="11129819" y="695798"/>
                  </a:lnTo>
                  <a:lnTo>
                    <a:pt x="9894370" y="2335688"/>
                  </a:lnTo>
                  <a:cubicBezTo>
                    <a:pt x="9806903" y="2266279"/>
                    <a:pt x="9764628" y="2154539"/>
                    <a:pt x="9784345" y="2044704"/>
                  </a:cubicBezTo>
                  <a:lnTo>
                    <a:pt x="9928503" y="1205690"/>
                  </a:lnTo>
                  <a:cubicBezTo>
                    <a:pt x="9936969" y="1156112"/>
                    <a:pt x="9933117" y="1105199"/>
                    <a:pt x="9917252" y="1057336"/>
                  </a:cubicBezTo>
                  <a:lnTo>
                    <a:pt x="11125815" y="693702"/>
                  </a:lnTo>
                  <a:lnTo>
                    <a:pt x="11127531" y="693702"/>
                  </a:lnTo>
                  <a:close/>
                  <a:moveTo>
                    <a:pt x="9145931" y="44990"/>
                  </a:moveTo>
                  <a:lnTo>
                    <a:pt x="11125815" y="693129"/>
                  </a:lnTo>
                  <a:lnTo>
                    <a:pt x="9917252" y="1056766"/>
                  </a:lnTo>
                  <a:cubicBezTo>
                    <a:pt x="9901827" y="1010046"/>
                    <a:pt x="9875321" y="967525"/>
                    <a:pt x="9840025" y="933200"/>
                  </a:cubicBezTo>
                  <a:lnTo>
                    <a:pt x="9229833" y="338455"/>
                  </a:lnTo>
                  <a:cubicBezTo>
                    <a:pt x="9150928" y="262944"/>
                    <a:pt x="9118873" y="150821"/>
                    <a:pt x="9145931" y="44990"/>
                  </a:cubicBezTo>
                  <a:close/>
                  <a:moveTo>
                    <a:pt x="11630934" y="0"/>
                  </a:moveTo>
                  <a:lnTo>
                    <a:pt x="12192001" y="0"/>
                  </a:lnTo>
                  <a:lnTo>
                    <a:pt x="12192001" y="1012516"/>
                  </a:lnTo>
                  <a:lnTo>
                    <a:pt x="11136622" y="691377"/>
                  </a:lnTo>
                  <a:lnTo>
                    <a:pt x="11135681" y="691688"/>
                  </a:lnTo>
                  <a:lnTo>
                    <a:pt x="12192001" y="1013112"/>
                  </a:lnTo>
                  <a:lnTo>
                    <a:pt x="12192001" y="2403095"/>
                  </a:lnTo>
                  <a:lnTo>
                    <a:pt x="12109367" y="2399137"/>
                  </a:lnTo>
                  <a:cubicBezTo>
                    <a:pt x="12080212" y="2393419"/>
                    <a:pt x="12051605" y="2383361"/>
                    <a:pt x="12024513" y="2368869"/>
                  </a:cubicBezTo>
                  <a:lnTo>
                    <a:pt x="11270545" y="1972624"/>
                  </a:lnTo>
                  <a:cubicBezTo>
                    <a:pt x="11226591" y="1949361"/>
                    <a:pt x="11177623" y="1937348"/>
                    <a:pt x="11127913" y="1937348"/>
                  </a:cubicBezTo>
                  <a:lnTo>
                    <a:pt x="11129819" y="695800"/>
                  </a:lnTo>
                  <a:lnTo>
                    <a:pt x="11132870" y="691986"/>
                  </a:lnTo>
                  <a:lnTo>
                    <a:pt x="11134253" y="691986"/>
                  </a:lnTo>
                  <a:lnTo>
                    <a:pt x="11134111" y="691796"/>
                  </a:lnTo>
                  <a:lnTo>
                    <a:pt x="11133825" y="691796"/>
                  </a:lnTo>
                  <a:lnTo>
                    <a:pt x="11133965" y="691602"/>
                  </a:lnTo>
                  <a:lnTo>
                    <a:pt x="11133825" y="691413"/>
                  </a:lnTo>
                  <a:lnTo>
                    <a:pt x="11134099" y="691413"/>
                  </a:lnTo>
                  <a:close/>
                  <a:moveTo>
                    <a:pt x="10629403" y="0"/>
                  </a:moveTo>
                  <a:lnTo>
                    <a:pt x="11630111" y="0"/>
                  </a:lnTo>
                  <a:lnTo>
                    <a:pt x="11133823" y="690649"/>
                  </a:lnTo>
                  <a:lnTo>
                    <a:pt x="11129819" y="685309"/>
                  </a:lnTo>
                  <a:lnTo>
                    <a:pt x="11129819" y="685031"/>
                  </a:lnTo>
                  <a:close/>
                  <a:moveTo>
                    <a:pt x="9164378" y="0"/>
                  </a:moveTo>
                  <a:lnTo>
                    <a:pt x="10629291" y="0"/>
                  </a:lnTo>
                  <a:lnTo>
                    <a:pt x="11129819" y="685309"/>
                  </a:lnTo>
                  <a:lnTo>
                    <a:pt x="11129819" y="691794"/>
                  </a:lnTo>
                  <a:lnTo>
                    <a:pt x="11125815" y="693129"/>
                  </a:lnTo>
                  <a:lnTo>
                    <a:pt x="9146123" y="44800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lstStyle/>
            <a:p>
              <a:pPr algn="l"/>
              <a:endParaRPr/>
            </a:p>
          </p:txBody>
        </p: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幻灯片编辑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23f5a11f-89e5-45e7-8fa1-de56beb93ded.source.4.zh-Hans.pptx" descr="86b79c65-ca59-49f9-ad3b-da23a21ff567">
            <a:extLst>
              <a:ext uri="{FF2B5EF4-FFF2-40B4-BE49-F238E27FC236}">
                <a16:creationId xmlns:a16="http://schemas.microsoft.com/office/drawing/2014/main" id="{E81D880C-039A-CE34-770A-AEB2BEA396E0}"/>
              </a:ext>
            </a:extLst>
          </p:cNvPr>
          <p:cNvGrpSpPr/>
          <p:nvPr/>
        </p:nvGrpSpPr>
        <p:grpSpPr>
          <a:xfrm>
            <a:off x="0" y="1130300"/>
            <a:ext cx="12167616" cy="4244509"/>
            <a:chOff x="0" y="1130300"/>
            <a:chExt cx="12167616" cy="4244509"/>
          </a:xfrm>
        </p:grpSpPr>
        <p:cxnSp>
          <p:nvCxnSpPr>
            <p:cNvPr id="3" name="islide-1" descr="c469f7f8-e9d2-489d-8968-f11632c533d9">
              <a:extLst>
                <a:ext uri="{FF2B5EF4-FFF2-40B4-BE49-F238E27FC236}">
                  <a16:creationId xmlns:a16="http://schemas.microsoft.com/office/drawing/2014/main" id="{64E10985-02A2-3390-69BC-32FE91E312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865012"/>
              <a:ext cx="12167616" cy="0"/>
            </a:xfrm>
            <a:prstGeom prst="line">
              <a:avLst/>
            </a:prstGeom>
            <a:ln w="25400"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islide-3" descr="8fb256e6-9045-4446-a6c0-cd040685f352">
              <a:extLst>
                <a:ext uri="{FF2B5EF4-FFF2-40B4-BE49-F238E27FC236}">
                  <a16:creationId xmlns:a16="http://schemas.microsoft.com/office/drawing/2014/main" id="{59D03279-2D67-36F7-19D3-07A3894344A4}"/>
                </a:ext>
              </a:extLst>
            </p:cNvPr>
            <p:cNvSpPr/>
            <p:nvPr/>
          </p:nvSpPr>
          <p:spPr>
            <a:xfrm flipV="1">
              <a:off x="9571527" y="4772967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51339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966"/>
                <a:gd name="connsiteX1" fmla="*/ 1099570 w 1194746"/>
                <a:gd name="connsiteY1" fmla="*/ 0 h 757966"/>
                <a:gd name="connsiteX2" fmla="*/ 1194746 w 1194746"/>
                <a:gd name="connsiteY2" fmla="*/ 95176 h 757966"/>
                <a:gd name="connsiteX3" fmla="*/ 1194746 w 1194746"/>
                <a:gd name="connsiteY3" fmla="*/ 599609 h 757966"/>
                <a:gd name="connsiteX4" fmla="*/ 1194746 w 1194746"/>
                <a:gd name="connsiteY4" fmla="*/ 599609 h 757966"/>
                <a:gd name="connsiteX5" fmla="*/ 1094399 w 1194746"/>
                <a:gd name="connsiteY5" fmla="*/ 659403 h 757966"/>
                <a:gd name="connsiteX6" fmla="*/ 609136 w 1194746"/>
                <a:gd name="connsiteY6" fmla="*/ 757126 h 757966"/>
                <a:gd name="connsiteX7" fmla="*/ 0 w 1194746"/>
                <a:gd name="connsiteY7" fmla="*/ 599609 h 757966"/>
                <a:gd name="connsiteX8" fmla="*/ 0 w 1194746"/>
                <a:gd name="connsiteY8" fmla="*/ 599609 h 757966"/>
                <a:gd name="connsiteX9" fmla="*/ 0 w 1194746"/>
                <a:gd name="connsiteY9" fmla="*/ 95176 h 757966"/>
                <a:gd name="connsiteX10" fmla="*/ 95176 w 1194746"/>
                <a:gd name="connsiteY10" fmla="*/ 0 h 757966"/>
                <a:gd name="connsiteX0" fmla="*/ 95176 w 1216266"/>
                <a:gd name="connsiteY0" fmla="*/ 0 h 659403"/>
                <a:gd name="connsiteX1" fmla="*/ 1099570 w 1216266"/>
                <a:gd name="connsiteY1" fmla="*/ 0 h 659403"/>
                <a:gd name="connsiteX2" fmla="*/ 1194746 w 1216266"/>
                <a:gd name="connsiteY2" fmla="*/ 95176 h 659403"/>
                <a:gd name="connsiteX3" fmla="*/ 1194746 w 1216266"/>
                <a:gd name="connsiteY3" fmla="*/ 599609 h 659403"/>
                <a:gd name="connsiteX4" fmla="*/ 1194746 w 1216266"/>
                <a:gd name="connsiteY4" fmla="*/ 599609 h 659403"/>
                <a:gd name="connsiteX5" fmla="*/ 1094399 w 1216266"/>
                <a:gd name="connsiteY5" fmla="*/ 659403 h 659403"/>
                <a:gd name="connsiteX6" fmla="*/ 0 w 1216266"/>
                <a:gd name="connsiteY6" fmla="*/ 599609 h 659403"/>
                <a:gd name="connsiteX7" fmla="*/ 0 w 1216266"/>
                <a:gd name="connsiteY7" fmla="*/ 599609 h 659403"/>
                <a:gd name="connsiteX8" fmla="*/ 0 w 1216266"/>
                <a:gd name="connsiteY8" fmla="*/ 95176 h 659403"/>
                <a:gd name="connsiteX9" fmla="*/ 95176 w 1216266"/>
                <a:gd name="connsiteY9" fmla="*/ 0 h 659403"/>
                <a:gd name="connsiteX0" fmla="*/ 95176 w 1194746"/>
                <a:gd name="connsiteY0" fmla="*/ 0 h 720498"/>
                <a:gd name="connsiteX1" fmla="*/ 1099570 w 1194746"/>
                <a:gd name="connsiteY1" fmla="*/ 0 h 720498"/>
                <a:gd name="connsiteX2" fmla="*/ 1194746 w 1194746"/>
                <a:gd name="connsiteY2" fmla="*/ 95176 h 720498"/>
                <a:gd name="connsiteX3" fmla="*/ 1194746 w 1194746"/>
                <a:gd name="connsiteY3" fmla="*/ 599609 h 720498"/>
                <a:gd name="connsiteX4" fmla="*/ 1194746 w 1194746"/>
                <a:gd name="connsiteY4" fmla="*/ 599609 h 720498"/>
                <a:gd name="connsiteX5" fmla="*/ 980099 w 1194746"/>
                <a:gd name="connsiteY5" fmla="*/ 720498 h 720498"/>
                <a:gd name="connsiteX6" fmla="*/ 0 w 1194746"/>
                <a:gd name="connsiteY6" fmla="*/ 599609 h 720498"/>
                <a:gd name="connsiteX7" fmla="*/ 0 w 1194746"/>
                <a:gd name="connsiteY7" fmla="*/ 599609 h 720498"/>
                <a:gd name="connsiteX8" fmla="*/ 0 w 1194746"/>
                <a:gd name="connsiteY8" fmla="*/ 95176 h 720498"/>
                <a:gd name="connsiteX9" fmla="*/ 95176 w 1194746"/>
                <a:gd name="connsiteY9" fmla="*/ 0 h 720498"/>
                <a:gd name="connsiteX0" fmla="*/ 95176 w 1194746"/>
                <a:gd name="connsiteY0" fmla="*/ 0 h 734900"/>
                <a:gd name="connsiteX1" fmla="*/ 1099570 w 1194746"/>
                <a:gd name="connsiteY1" fmla="*/ 0 h 734900"/>
                <a:gd name="connsiteX2" fmla="*/ 1194746 w 1194746"/>
                <a:gd name="connsiteY2" fmla="*/ 95176 h 734900"/>
                <a:gd name="connsiteX3" fmla="*/ 1194746 w 1194746"/>
                <a:gd name="connsiteY3" fmla="*/ 599609 h 734900"/>
                <a:gd name="connsiteX4" fmla="*/ 1194746 w 1194746"/>
                <a:gd name="connsiteY4" fmla="*/ 599609 h 734900"/>
                <a:gd name="connsiteX5" fmla="*/ 980099 w 1194746"/>
                <a:gd name="connsiteY5" fmla="*/ 720498 h 734900"/>
                <a:gd name="connsiteX6" fmla="*/ 241911 w 1194746"/>
                <a:gd name="connsiteY6" fmla="*/ 726607 h 734900"/>
                <a:gd name="connsiteX7" fmla="*/ 0 w 1194746"/>
                <a:gd name="connsiteY7" fmla="*/ 599609 h 734900"/>
                <a:gd name="connsiteX8" fmla="*/ 0 w 1194746"/>
                <a:gd name="connsiteY8" fmla="*/ 599609 h 734900"/>
                <a:gd name="connsiteX9" fmla="*/ 0 w 1194746"/>
                <a:gd name="connsiteY9" fmla="*/ 95176 h 734900"/>
                <a:gd name="connsiteX10" fmla="*/ 95176 w 1194746"/>
                <a:gd name="connsiteY10" fmla="*/ 0 h 734900"/>
                <a:gd name="connsiteX0" fmla="*/ 95176 w 1194746"/>
                <a:gd name="connsiteY0" fmla="*/ 0 h 734901"/>
                <a:gd name="connsiteX1" fmla="*/ 1099570 w 1194746"/>
                <a:gd name="connsiteY1" fmla="*/ 0 h 734901"/>
                <a:gd name="connsiteX2" fmla="*/ 1194746 w 1194746"/>
                <a:gd name="connsiteY2" fmla="*/ 95176 h 734901"/>
                <a:gd name="connsiteX3" fmla="*/ 1194746 w 1194746"/>
                <a:gd name="connsiteY3" fmla="*/ 599609 h 734901"/>
                <a:gd name="connsiteX4" fmla="*/ 1194746 w 1194746"/>
                <a:gd name="connsiteY4" fmla="*/ 599609 h 734901"/>
                <a:gd name="connsiteX5" fmla="*/ 980099 w 1194746"/>
                <a:gd name="connsiteY5" fmla="*/ 720498 h 734901"/>
                <a:gd name="connsiteX6" fmla="*/ 241911 w 1194746"/>
                <a:gd name="connsiteY6" fmla="*/ 726607 h 734901"/>
                <a:gd name="connsiteX7" fmla="*/ 0 w 1194746"/>
                <a:gd name="connsiteY7" fmla="*/ 599609 h 734901"/>
                <a:gd name="connsiteX8" fmla="*/ 0 w 1194746"/>
                <a:gd name="connsiteY8" fmla="*/ 599609 h 734901"/>
                <a:gd name="connsiteX9" fmla="*/ 0 w 1194746"/>
                <a:gd name="connsiteY9" fmla="*/ 95176 h 734901"/>
                <a:gd name="connsiteX10" fmla="*/ 95176 w 1194746"/>
                <a:gd name="connsiteY10" fmla="*/ 0 h 734901"/>
                <a:gd name="connsiteX0" fmla="*/ 95176 w 1194746"/>
                <a:gd name="connsiteY0" fmla="*/ 0 h 854911"/>
                <a:gd name="connsiteX1" fmla="*/ 1099570 w 1194746"/>
                <a:gd name="connsiteY1" fmla="*/ 0 h 854911"/>
                <a:gd name="connsiteX2" fmla="*/ 1194746 w 1194746"/>
                <a:gd name="connsiteY2" fmla="*/ 95176 h 854911"/>
                <a:gd name="connsiteX3" fmla="*/ 1194746 w 1194746"/>
                <a:gd name="connsiteY3" fmla="*/ 599609 h 854911"/>
                <a:gd name="connsiteX4" fmla="*/ 1194746 w 1194746"/>
                <a:gd name="connsiteY4" fmla="*/ 599609 h 854911"/>
                <a:gd name="connsiteX5" fmla="*/ 980099 w 1194746"/>
                <a:gd name="connsiteY5" fmla="*/ 720498 h 854911"/>
                <a:gd name="connsiteX6" fmla="*/ 599099 w 1194746"/>
                <a:gd name="connsiteY6" fmla="*/ 854904 h 854911"/>
                <a:gd name="connsiteX7" fmla="*/ 241911 w 1194746"/>
                <a:gd name="connsiteY7" fmla="*/ 726607 h 854911"/>
                <a:gd name="connsiteX8" fmla="*/ 0 w 1194746"/>
                <a:gd name="connsiteY8" fmla="*/ 599609 h 854911"/>
                <a:gd name="connsiteX9" fmla="*/ 0 w 1194746"/>
                <a:gd name="connsiteY9" fmla="*/ 599609 h 854911"/>
                <a:gd name="connsiteX10" fmla="*/ 0 w 1194746"/>
                <a:gd name="connsiteY10" fmla="*/ 95176 h 854911"/>
                <a:gd name="connsiteX11" fmla="*/ 95176 w 1194746"/>
                <a:gd name="connsiteY11" fmla="*/ 0 h 854911"/>
                <a:gd name="connsiteX0" fmla="*/ 95176 w 1194746"/>
                <a:gd name="connsiteY0" fmla="*/ 0 h 856983"/>
                <a:gd name="connsiteX1" fmla="*/ 1099570 w 1194746"/>
                <a:gd name="connsiteY1" fmla="*/ 0 h 856983"/>
                <a:gd name="connsiteX2" fmla="*/ 1194746 w 1194746"/>
                <a:gd name="connsiteY2" fmla="*/ 95176 h 856983"/>
                <a:gd name="connsiteX3" fmla="*/ 1194746 w 1194746"/>
                <a:gd name="connsiteY3" fmla="*/ 599609 h 856983"/>
                <a:gd name="connsiteX4" fmla="*/ 1194746 w 1194746"/>
                <a:gd name="connsiteY4" fmla="*/ 599609 h 856983"/>
                <a:gd name="connsiteX5" fmla="*/ 980099 w 1194746"/>
                <a:gd name="connsiteY5" fmla="*/ 720498 h 856983"/>
                <a:gd name="connsiteX6" fmla="*/ 599099 w 1194746"/>
                <a:gd name="connsiteY6" fmla="*/ 854904 h 856983"/>
                <a:gd name="connsiteX7" fmla="*/ 0 w 1194746"/>
                <a:gd name="connsiteY7" fmla="*/ 599609 h 856983"/>
                <a:gd name="connsiteX8" fmla="*/ 0 w 1194746"/>
                <a:gd name="connsiteY8" fmla="*/ 599609 h 856983"/>
                <a:gd name="connsiteX9" fmla="*/ 0 w 1194746"/>
                <a:gd name="connsiteY9" fmla="*/ 95176 h 856983"/>
                <a:gd name="connsiteX10" fmla="*/ 95176 w 1194746"/>
                <a:gd name="connsiteY10" fmla="*/ 0 h 856983"/>
                <a:gd name="connsiteX0" fmla="*/ 95176 w 1194746"/>
                <a:gd name="connsiteY0" fmla="*/ 0 h 854904"/>
                <a:gd name="connsiteX1" fmla="*/ 1099570 w 1194746"/>
                <a:gd name="connsiteY1" fmla="*/ 0 h 854904"/>
                <a:gd name="connsiteX2" fmla="*/ 1194746 w 1194746"/>
                <a:gd name="connsiteY2" fmla="*/ 95176 h 854904"/>
                <a:gd name="connsiteX3" fmla="*/ 1194746 w 1194746"/>
                <a:gd name="connsiteY3" fmla="*/ 599609 h 854904"/>
                <a:gd name="connsiteX4" fmla="*/ 1194746 w 1194746"/>
                <a:gd name="connsiteY4" fmla="*/ 599609 h 854904"/>
                <a:gd name="connsiteX5" fmla="*/ 599099 w 1194746"/>
                <a:gd name="connsiteY5" fmla="*/ 854904 h 854904"/>
                <a:gd name="connsiteX6" fmla="*/ 0 w 1194746"/>
                <a:gd name="connsiteY6" fmla="*/ 599609 h 854904"/>
                <a:gd name="connsiteX7" fmla="*/ 0 w 1194746"/>
                <a:gd name="connsiteY7" fmla="*/ 599609 h 854904"/>
                <a:gd name="connsiteX8" fmla="*/ 0 w 1194746"/>
                <a:gd name="connsiteY8" fmla="*/ 95176 h 854904"/>
                <a:gd name="connsiteX9" fmla="*/ 95176 w 1194746"/>
                <a:gd name="connsiteY9" fmla="*/ 0 h 854904"/>
                <a:gd name="connsiteX0" fmla="*/ 95176 w 1194746"/>
                <a:gd name="connsiteY0" fmla="*/ 0 h 873233"/>
                <a:gd name="connsiteX1" fmla="*/ 1099570 w 1194746"/>
                <a:gd name="connsiteY1" fmla="*/ 0 h 873233"/>
                <a:gd name="connsiteX2" fmla="*/ 1194746 w 1194746"/>
                <a:gd name="connsiteY2" fmla="*/ 95176 h 873233"/>
                <a:gd name="connsiteX3" fmla="*/ 1194746 w 1194746"/>
                <a:gd name="connsiteY3" fmla="*/ 599609 h 873233"/>
                <a:gd name="connsiteX4" fmla="*/ 1194746 w 1194746"/>
                <a:gd name="connsiteY4" fmla="*/ 599609 h 873233"/>
                <a:gd name="connsiteX5" fmla="*/ 580049 w 1194746"/>
                <a:gd name="connsiteY5" fmla="*/ 873233 h 873233"/>
                <a:gd name="connsiteX6" fmla="*/ 0 w 1194746"/>
                <a:gd name="connsiteY6" fmla="*/ 599609 h 873233"/>
                <a:gd name="connsiteX7" fmla="*/ 0 w 1194746"/>
                <a:gd name="connsiteY7" fmla="*/ 599609 h 873233"/>
                <a:gd name="connsiteX8" fmla="*/ 0 w 1194746"/>
                <a:gd name="connsiteY8" fmla="*/ 95176 h 873233"/>
                <a:gd name="connsiteX9" fmla="*/ 95176 w 1194746"/>
                <a:gd name="connsiteY9" fmla="*/ 0 h 873233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800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6181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94337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4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49" name="islide-11" descr="5d20d8ee-6e77-4ea0-a0d0-06c46b8b276e">
              <a:extLst>
                <a:ext uri="{FF2B5EF4-FFF2-40B4-BE49-F238E27FC236}">
                  <a16:creationId xmlns:a16="http://schemas.microsoft.com/office/drawing/2014/main" id="{FAEF8D37-5EC7-C4F2-DA8C-0158D06F1821}"/>
                </a:ext>
              </a:extLst>
            </p:cNvPr>
            <p:cNvSpPr/>
            <p:nvPr/>
          </p:nvSpPr>
          <p:spPr>
            <a:xfrm>
              <a:off x="6852027" y="2330359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51339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966"/>
                <a:gd name="connsiteX1" fmla="*/ 1099570 w 1194746"/>
                <a:gd name="connsiteY1" fmla="*/ 0 h 757966"/>
                <a:gd name="connsiteX2" fmla="*/ 1194746 w 1194746"/>
                <a:gd name="connsiteY2" fmla="*/ 95176 h 757966"/>
                <a:gd name="connsiteX3" fmla="*/ 1194746 w 1194746"/>
                <a:gd name="connsiteY3" fmla="*/ 599609 h 757966"/>
                <a:gd name="connsiteX4" fmla="*/ 1194746 w 1194746"/>
                <a:gd name="connsiteY4" fmla="*/ 599609 h 757966"/>
                <a:gd name="connsiteX5" fmla="*/ 1094399 w 1194746"/>
                <a:gd name="connsiteY5" fmla="*/ 659403 h 757966"/>
                <a:gd name="connsiteX6" fmla="*/ 609136 w 1194746"/>
                <a:gd name="connsiteY6" fmla="*/ 757126 h 757966"/>
                <a:gd name="connsiteX7" fmla="*/ 0 w 1194746"/>
                <a:gd name="connsiteY7" fmla="*/ 599609 h 757966"/>
                <a:gd name="connsiteX8" fmla="*/ 0 w 1194746"/>
                <a:gd name="connsiteY8" fmla="*/ 599609 h 757966"/>
                <a:gd name="connsiteX9" fmla="*/ 0 w 1194746"/>
                <a:gd name="connsiteY9" fmla="*/ 95176 h 757966"/>
                <a:gd name="connsiteX10" fmla="*/ 95176 w 1194746"/>
                <a:gd name="connsiteY10" fmla="*/ 0 h 757966"/>
                <a:gd name="connsiteX0" fmla="*/ 95176 w 1216266"/>
                <a:gd name="connsiteY0" fmla="*/ 0 h 659403"/>
                <a:gd name="connsiteX1" fmla="*/ 1099570 w 1216266"/>
                <a:gd name="connsiteY1" fmla="*/ 0 h 659403"/>
                <a:gd name="connsiteX2" fmla="*/ 1194746 w 1216266"/>
                <a:gd name="connsiteY2" fmla="*/ 95176 h 659403"/>
                <a:gd name="connsiteX3" fmla="*/ 1194746 w 1216266"/>
                <a:gd name="connsiteY3" fmla="*/ 599609 h 659403"/>
                <a:gd name="connsiteX4" fmla="*/ 1194746 w 1216266"/>
                <a:gd name="connsiteY4" fmla="*/ 599609 h 659403"/>
                <a:gd name="connsiteX5" fmla="*/ 1094399 w 1216266"/>
                <a:gd name="connsiteY5" fmla="*/ 659403 h 659403"/>
                <a:gd name="connsiteX6" fmla="*/ 0 w 1216266"/>
                <a:gd name="connsiteY6" fmla="*/ 599609 h 659403"/>
                <a:gd name="connsiteX7" fmla="*/ 0 w 1216266"/>
                <a:gd name="connsiteY7" fmla="*/ 599609 h 659403"/>
                <a:gd name="connsiteX8" fmla="*/ 0 w 1216266"/>
                <a:gd name="connsiteY8" fmla="*/ 95176 h 659403"/>
                <a:gd name="connsiteX9" fmla="*/ 95176 w 1216266"/>
                <a:gd name="connsiteY9" fmla="*/ 0 h 659403"/>
                <a:gd name="connsiteX0" fmla="*/ 95176 w 1194746"/>
                <a:gd name="connsiteY0" fmla="*/ 0 h 720498"/>
                <a:gd name="connsiteX1" fmla="*/ 1099570 w 1194746"/>
                <a:gd name="connsiteY1" fmla="*/ 0 h 720498"/>
                <a:gd name="connsiteX2" fmla="*/ 1194746 w 1194746"/>
                <a:gd name="connsiteY2" fmla="*/ 95176 h 720498"/>
                <a:gd name="connsiteX3" fmla="*/ 1194746 w 1194746"/>
                <a:gd name="connsiteY3" fmla="*/ 599609 h 720498"/>
                <a:gd name="connsiteX4" fmla="*/ 1194746 w 1194746"/>
                <a:gd name="connsiteY4" fmla="*/ 599609 h 720498"/>
                <a:gd name="connsiteX5" fmla="*/ 980099 w 1194746"/>
                <a:gd name="connsiteY5" fmla="*/ 720498 h 720498"/>
                <a:gd name="connsiteX6" fmla="*/ 0 w 1194746"/>
                <a:gd name="connsiteY6" fmla="*/ 599609 h 720498"/>
                <a:gd name="connsiteX7" fmla="*/ 0 w 1194746"/>
                <a:gd name="connsiteY7" fmla="*/ 599609 h 720498"/>
                <a:gd name="connsiteX8" fmla="*/ 0 w 1194746"/>
                <a:gd name="connsiteY8" fmla="*/ 95176 h 720498"/>
                <a:gd name="connsiteX9" fmla="*/ 95176 w 1194746"/>
                <a:gd name="connsiteY9" fmla="*/ 0 h 720498"/>
                <a:gd name="connsiteX0" fmla="*/ 95176 w 1194746"/>
                <a:gd name="connsiteY0" fmla="*/ 0 h 734900"/>
                <a:gd name="connsiteX1" fmla="*/ 1099570 w 1194746"/>
                <a:gd name="connsiteY1" fmla="*/ 0 h 734900"/>
                <a:gd name="connsiteX2" fmla="*/ 1194746 w 1194746"/>
                <a:gd name="connsiteY2" fmla="*/ 95176 h 734900"/>
                <a:gd name="connsiteX3" fmla="*/ 1194746 w 1194746"/>
                <a:gd name="connsiteY3" fmla="*/ 599609 h 734900"/>
                <a:gd name="connsiteX4" fmla="*/ 1194746 w 1194746"/>
                <a:gd name="connsiteY4" fmla="*/ 599609 h 734900"/>
                <a:gd name="connsiteX5" fmla="*/ 980099 w 1194746"/>
                <a:gd name="connsiteY5" fmla="*/ 720498 h 734900"/>
                <a:gd name="connsiteX6" fmla="*/ 241911 w 1194746"/>
                <a:gd name="connsiteY6" fmla="*/ 726607 h 734900"/>
                <a:gd name="connsiteX7" fmla="*/ 0 w 1194746"/>
                <a:gd name="connsiteY7" fmla="*/ 599609 h 734900"/>
                <a:gd name="connsiteX8" fmla="*/ 0 w 1194746"/>
                <a:gd name="connsiteY8" fmla="*/ 599609 h 734900"/>
                <a:gd name="connsiteX9" fmla="*/ 0 w 1194746"/>
                <a:gd name="connsiteY9" fmla="*/ 95176 h 734900"/>
                <a:gd name="connsiteX10" fmla="*/ 95176 w 1194746"/>
                <a:gd name="connsiteY10" fmla="*/ 0 h 734900"/>
                <a:gd name="connsiteX0" fmla="*/ 95176 w 1194746"/>
                <a:gd name="connsiteY0" fmla="*/ 0 h 734901"/>
                <a:gd name="connsiteX1" fmla="*/ 1099570 w 1194746"/>
                <a:gd name="connsiteY1" fmla="*/ 0 h 734901"/>
                <a:gd name="connsiteX2" fmla="*/ 1194746 w 1194746"/>
                <a:gd name="connsiteY2" fmla="*/ 95176 h 734901"/>
                <a:gd name="connsiteX3" fmla="*/ 1194746 w 1194746"/>
                <a:gd name="connsiteY3" fmla="*/ 599609 h 734901"/>
                <a:gd name="connsiteX4" fmla="*/ 1194746 w 1194746"/>
                <a:gd name="connsiteY4" fmla="*/ 599609 h 734901"/>
                <a:gd name="connsiteX5" fmla="*/ 980099 w 1194746"/>
                <a:gd name="connsiteY5" fmla="*/ 720498 h 734901"/>
                <a:gd name="connsiteX6" fmla="*/ 241911 w 1194746"/>
                <a:gd name="connsiteY6" fmla="*/ 726607 h 734901"/>
                <a:gd name="connsiteX7" fmla="*/ 0 w 1194746"/>
                <a:gd name="connsiteY7" fmla="*/ 599609 h 734901"/>
                <a:gd name="connsiteX8" fmla="*/ 0 w 1194746"/>
                <a:gd name="connsiteY8" fmla="*/ 599609 h 734901"/>
                <a:gd name="connsiteX9" fmla="*/ 0 w 1194746"/>
                <a:gd name="connsiteY9" fmla="*/ 95176 h 734901"/>
                <a:gd name="connsiteX10" fmla="*/ 95176 w 1194746"/>
                <a:gd name="connsiteY10" fmla="*/ 0 h 734901"/>
                <a:gd name="connsiteX0" fmla="*/ 95176 w 1194746"/>
                <a:gd name="connsiteY0" fmla="*/ 0 h 854911"/>
                <a:gd name="connsiteX1" fmla="*/ 1099570 w 1194746"/>
                <a:gd name="connsiteY1" fmla="*/ 0 h 854911"/>
                <a:gd name="connsiteX2" fmla="*/ 1194746 w 1194746"/>
                <a:gd name="connsiteY2" fmla="*/ 95176 h 854911"/>
                <a:gd name="connsiteX3" fmla="*/ 1194746 w 1194746"/>
                <a:gd name="connsiteY3" fmla="*/ 599609 h 854911"/>
                <a:gd name="connsiteX4" fmla="*/ 1194746 w 1194746"/>
                <a:gd name="connsiteY4" fmla="*/ 599609 h 854911"/>
                <a:gd name="connsiteX5" fmla="*/ 980099 w 1194746"/>
                <a:gd name="connsiteY5" fmla="*/ 720498 h 854911"/>
                <a:gd name="connsiteX6" fmla="*/ 599099 w 1194746"/>
                <a:gd name="connsiteY6" fmla="*/ 854904 h 854911"/>
                <a:gd name="connsiteX7" fmla="*/ 241911 w 1194746"/>
                <a:gd name="connsiteY7" fmla="*/ 726607 h 854911"/>
                <a:gd name="connsiteX8" fmla="*/ 0 w 1194746"/>
                <a:gd name="connsiteY8" fmla="*/ 599609 h 854911"/>
                <a:gd name="connsiteX9" fmla="*/ 0 w 1194746"/>
                <a:gd name="connsiteY9" fmla="*/ 599609 h 854911"/>
                <a:gd name="connsiteX10" fmla="*/ 0 w 1194746"/>
                <a:gd name="connsiteY10" fmla="*/ 95176 h 854911"/>
                <a:gd name="connsiteX11" fmla="*/ 95176 w 1194746"/>
                <a:gd name="connsiteY11" fmla="*/ 0 h 854911"/>
                <a:gd name="connsiteX0" fmla="*/ 95176 w 1194746"/>
                <a:gd name="connsiteY0" fmla="*/ 0 h 856983"/>
                <a:gd name="connsiteX1" fmla="*/ 1099570 w 1194746"/>
                <a:gd name="connsiteY1" fmla="*/ 0 h 856983"/>
                <a:gd name="connsiteX2" fmla="*/ 1194746 w 1194746"/>
                <a:gd name="connsiteY2" fmla="*/ 95176 h 856983"/>
                <a:gd name="connsiteX3" fmla="*/ 1194746 w 1194746"/>
                <a:gd name="connsiteY3" fmla="*/ 599609 h 856983"/>
                <a:gd name="connsiteX4" fmla="*/ 1194746 w 1194746"/>
                <a:gd name="connsiteY4" fmla="*/ 599609 h 856983"/>
                <a:gd name="connsiteX5" fmla="*/ 980099 w 1194746"/>
                <a:gd name="connsiteY5" fmla="*/ 720498 h 856983"/>
                <a:gd name="connsiteX6" fmla="*/ 599099 w 1194746"/>
                <a:gd name="connsiteY6" fmla="*/ 854904 h 856983"/>
                <a:gd name="connsiteX7" fmla="*/ 0 w 1194746"/>
                <a:gd name="connsiteY7" fmla="*/ 599609 h 856983"/>
                <a:gd name="connsiteX8" fmla="*/ 0 w 1194746"/>
                <a:gd name="connsiteY8" fmla="*/ 599609 h 856983"/>
                <a:gd name="connsiteX9" fmla="*/ 0 w 1194746"/>
                <a:gd name="connsiteY9" fmla="*/ 95176 h 856983"/>
                <a:gd name="connsiteX10" fmla="*/ 95176 w 1194746"/>
                <a:gd name="connsiteY10" fmla="*/ 0 h 856983"/>
                <a:gd name="connsiteX0" fmla="*/ 95176 w 1194746"/>
                <a:gd name="connsiteY0" fmla="*/ 0 h 854904"/>
                <a:gd name="connsiteX1" fmla="*/ 1099570 w 1194746"/>
                <a:gd name="connsiteY1" fmla="*/ 0 h 854904"/>
                <a:gd name="connsiteX2" fmla="*/ 1194746 w 1194746"/>
                <a:gd name="connsiteY2" fmla="*/ 95176 h 854904"/>
                <a:gd name="connsiteX3" fmla="*/ 1194746 w 1194746"/>
                <a:gd name="connsiteY3" fmla="*/ 599609 h 854904"/>
                <a:gd name="connsiteX4" fmla="*/ 1194746 w 1194746"/>
                <a:gd name="connsiteY4" fmla="*/ 599609 h 854904"/>
                <a:gd name="connsiteX5" fmla="*/ 599099 w 1194746"/>
                <a:gd name="connsiteY5" fmla="*/ 854904 h 854904"/>
                <a:gd name="connsiteX6" fmla="*/ 0 w 1194746"/>
                <a:gd name="connsiteY6" fmla="*/ 599609 h 854904"/>
                <a:gd name="connsiteX7" fmla="*/ 0 w 1194746"/>
                <a:gd name="connsiteY7" fmla="*/ 599609 h 854904"/>
                <a:gd name="connsiteX8" fmla="*/ 0 w 1194746"/>
                <a:gd name="connsiteY8" fmla="*/ 95176 h 854904"/>
                <a:gd name="connsiteX9" fmla="*/ 95176 w 1194746"/>
                <a:gd name="connsiteY9" fmla="*/ 0 h 854904"/>
                <a:gd name="connsiteX0" fmla="*/ 95176 w 1194746"/>
                <a:gd name="connsiteY0" fmla="*/ 0 h 873233"/>
                <a:gd name="connsiteX1" fmla="*/ 1099570 w 1194746"/>
                <a:gd name="connsiteY1" fmla="*/ 0 h 873233"/>
                <a:gd name="connsiteX2" fmla="*/ 1194746 w 1194746"/>
                <a:gd name="connsiteY2" fmla="*/ 95176 h 873233"/>
                <a:gd name="connsiteX3" fmla="*/ 1194746 w 1194746"/>
                <a:gd name="connsiteY3" fmla="*/ 599609 h 873233"/>
                <a:gd name="connsiteX4" fmla="*/ 1194746 w 1194746"/>
                <a:gd name="connsiteY4" fmla="*/ 599609 h 873233"/>
                <a:gd name="connsiteX5" fmla="*/ 580049 w 1194746"/>
                <a:gd name="connsiteY5" fmla="*/ 873233 h 873233"/>
                <a:gd name="connsiteX6" fmla="*/ 0 w 1194746"/>
                <a:gd name="connsiteY6" fmla="*/ 599609 h 873233"/>
                <a:gd name="connsiteX7" fmla="*/ 0 w 1194746"/>
                <a:gd name="connsiteY7" fmla="*/ 599609 h 873233"/>
                <a:gd name="connsiteX8" fmla="*/ 0 w 1194746"/>
                <a:gd name="connsiteY8" fmla="*/ 95176 h 873233"/>
                <a:gd name="connsiteX9" fmla="*/ 95176 w 1194746"/>
                <a:gd name="connsiteY9" fmla="*/ 0 h 873233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800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6181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94337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3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endParaRPr/>
            </a:p>
          </p:txBody>
        </p:sp>
        <p:sp>
          <p:nvSpPr>
            <p:cNvPr id="55" name="islide-17" descr="f7028e78-fb3e-4fb4-9cd0-955168632db8">
              <a:extLst>
                <a:ext uri="{FF2B5EF4-FFF2-40B4-BE49-F238E27FC236}">
                  <a16:creationId xmlns:a16="http://schemas.microsoft.com/office/drawing/2014/main" id="{773DC5C2-F624-07E0-C763-A80B5E24C658}"/>
                </a:ext>
              </a:extLst>
            </p:cNvPr>
            <p:cNvSpPr/>
            <p:nvPr/>
          </p:nvSpPr>
          <p:spPr>
            <a:xfrm flipV="1">
              <a:off x="4132527" y="4772967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51339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966"/>
                <a:gd name="connsiteX1" fmla="*/ 1099570 w 1194746"/>
                <a:gd name="connsiteY1" fmla="*/ 0 h 757966"/>
                <a:gd name="connsiteX2" fmla="*/ 1194746 w 1194746"/>
                <a:gd name="connsiteY2" fmla="*/ 95176 h 757966"/>
                <a:gd name="connsiteX3" fmla="*/ 1194746 w 1194746"/>
                <a:gd name="connsiteY3" fmla="*/ 599609 h 757966"/>
                <a:gd name="connsiteX4" fmla="*/ 1194746 w 1194746"/>
                <a:gd name="connsiteY4" fmla="*/ 599609 h 757966"/>
                <a:gd name="connsiteX5" fmla="*/ 1094399 w 1194746"/>
                <a:gd name="connsiteY5" fmla="*/ 659403 h 757966"/>
                <a:gd name="connsiteX6" fmla="*/ 609136 w 1194746"/>
                <a:gd name="connsiteY6" fmla="*/ 757126 h 757966"/>
                <a:gd name="connsiteX7" fmla="*/ 0 w 1194746"/>
                <a:gd name="connsiteY7" fmla="*/ 599609 h 757966"/>
                <a:gd name="connsiteX8" fmla="*/ 0 w 1194746"/>
                <a:gd name="connsiteY8" fmla="*/ 599609 h 757966"/>
                <a:gd name="connsiteX9" fmla="*/ 0 w 1194746"/>
                <a:gd name="connsiteY9" fmla="*/ 95176 h 757966"/>
                <a:gd name="connsiteX10" fmla="*/ 95176 w 1194746"/>
                <a:gd name="connsiteY10" fmla="*/ 0 h 757966"/>
                <a:gd name="connsiteX0" fmla="*/ 95176 w 1216266"/>
                <a:gd name="connsiteY0" fmla="*/ 0 h 659403"/>
                <a:gd name="connsiteX1" fmla="*/ 1099570 w 1216266"/>
                <a:gd name="connsiteY1" fmla="*/ 0 h 659403"/>
                <a:gd name="connsiteX2" fmla="*/ 1194746 w 1216266"/>
                <a:gd name="connsiteY2" fmla="*/ 95176 h 659403"/>
                <a:gd name="connsiteX3" fmla="*/ 1194746 w 1216266"/>
                <a:gd name="connsiteY3" fmla="*/ 599609 h 659403"/>
                <a:gd name="connsiteX4" fmla="*/ 1194746 w 1216266"/>
                <a:gd name="connsiteY4" fmla="*/ 599609 h 659403"/>
                <a:gd name="connsiteX5" fmla="*/ 1094399 w 1216266"/>
                <a:gd name="connsiteY5" fmla="*/ 659403 h 659403"/>
                <a:gd name="connsiteX6" fmla="*/ 0 w 1216266"/>
                <a:gd name="connsiteY6" fmla="*/ 599609 h 659403"/>
                <a:gd name="connsiteX7" fmla="*/ 0 w 1216266"/>
                <a:gd name="connsiteY7" fmla="*/ 599609 h 659403"/>
                <a:gd name="connsiteX8" fmla="*/ 0 w 1216266"/>
                <a:gd name="connsiteY8" fmla="*/ 95176 h 659403"/>
                <a:gd name="connsiteX9" fmla="*/ 95176 w 1216266"/>
                <a:gd name="connsiteY9" fmla="*/ 0 h 659403"/>
                <a:gd name="connsiteX0" fmla="*/ 95176 w 1194746"/>
                <a:gd name="connsiteY0" fmla="*/ 0 h 720498"/>
                <a:gd name="connsiteX1" fmla="*/ 1099570 w 1194746"/>
                <a:gd name="connsiteY1" fmla="*/ 0 h 720498"/>
                <a:gd name="connsiteX2" fmla="*/ 1194746 w 1194746"/>
                <a:gd name="connsiteY2" fmla="*/ 95176 h 720498"/>
                <a:gd name="connsiteX3" fmla="*/ 1194746 w 1194746"/>
                <a:gd name="connsiteY3" fmla="*/ 599609 h 720498"/>
                <a:gd name="connsiteX4" fmla="*/ 1194746 w 1194746"/>
                <a:gd name="connsiteY4" fmla="*/ 599609 h 720498"/>
                <a:gd name="connsiteX5" fmla="*/ 980099 w 1194746"/>
                <a:gd name="connsiteY5" fmla="*/ 720498 h 720498"/>
                <a:gd name="connsiteX6" fmla="*/ 0 w 1194746"/>
                <a:gd name="connsiteY6" fmla="*/ 599609 h 720498"/>
                <a:gd name="connsiteX7" fmla="*/ 0 w 1194746"/>
                <a:gd name="connsiteY7" fmla="*/ 599609 h 720498"/>
                <a:gd name="connsiteX8" fmla="*/ 0 w 1194746"/>
                <a:gd name="connsiteY8" fmla="*/ 95176 h 720498"/>
                <a:gd name="connsiteX9" fmla="*/ 95176 w 1194746"/>
                <a:gd name="connsiteY9" fmla="*/ 0 h 720498"/>
                <a:gd name="connsiteX0" fmla="*/ 95176 w 1194746"/>
                <a:gd name="connsiteY0" fmla="*/ 0 h 734900"/>
                <a:gd name="connsiteX1" fmla="*/ 1099570 w 1194746"/>
                <a:gd name="connsiteY1" fmla="*/ 0 h 734900"/>
                <a:gd name="connsiteX2" fmla="*/ 1194746 w 1194746"/>
                <a:gd name="connsiteY2" fmla="*/ 95176 h 734900"/>
                <a:gd name="connsiteX3" fmla="*/ 1194746 w 1194746"/>
                <a:gd name="connsiteY3" fmla="*/ 599609 h 734900"/>
                <a:gd name="connsiteX4" fmla="*/ 1194746 w 1194746"/>
                <a:gd name="connsiteY4" fmla="*/ 599609 h 734900"/>
                <a:gd name="connsiteX5" fmla="*/ 980099 w 1194746"/>
                <a:gd name="connsiteY5" fmla="*/ 720498 h 734900"/>
                <a:gd name="connsiteX6" fmla="*/ 241911 w 1194746"/>
                <a:gd name="connsiteY6" fmla="*/ 726607 h 734900"/>
                <a:gd name="connsiteX7" fmla="*/ 0 w 1194746"/>
                <a:gd name="connsiteY7" fmla="*/ 599609 h 734900"/>
                <a:gd name="connsiteX8" fmla="*/ 0 w 1194746"/>
                <a:gd name="connsiteY8" fmla="*/ 599609 h 734900"/>
                <a:gd name="connsiteX9" fmla="*/ 0 w 1194746"/>
                <a:gd name="connsiteY9" fmla="*/ 95176 h 734900"/>
                <a:gd name="connsiteX10" fmla="*/ 95176 w 1194746"/>
                <a:gd name="connsiteY10" fmla="*/ 0 h 734900"/>
                <a:gd name="connsiteX0" fmla="*/ 95176 w 1194746"/>
                <a:gd name="connsiteY0" fmla="*/ 0 h 734901"/>
                <a:gd name="connsiteX1" fmla="*/ 1099570 w 1194746"/>
                <a:gd name="connsiteY1" fmla="*/ 0 h 734901"/>
                <a:gd name="connsiteX2" fmla="*/ 1194746 w 1194746"/>
                <a:gd name="connsiteY2" fmla="*/ 95176 h 734901"/>
                <a:gd name="connsiteX3" fmla="*/ 1194746 w 1194746"/>
                <a:gd name="connsiteY3" fmla="*/ 599609 h 734901"/>
                <a:gd name="connsiteX4" fmla="*/ 1194746 w 1194746"/>
                <a:gd name="connsiteY4" fmla="*/ 599609 h 734901"/>
                <a:gd name="connsiteX5" fmla="*/ 980099 w 1194746"/>
                <a:gd name="connsiteY5" fmla="*/ 720498 h 734901"/>
                <a:gd name="connsiteX6" fmla="*/ 241911 w 1194746"/>
                <a:gd name="connsiteY6" fmla="*/ 726607 h 734901"/>
                <a:gd name="connsiteX7" fmla="*/ 0 w 1194746"/>
                <a:gd name="connsiteY7" fmla="*/ 599609 h 734901"/>
                <a:gd name="connsiteX8" fmla="*/ 0 w 1194746"/>
                <a:gd name="connsiteY8" fmla="*/ 599609 h 734901"/>
                <a:gd name="connsiteX9" fmla="*/ 0 w 1194746"/>
                <a:gd name="connsiteY9" fmla="*/ 95176 h 734901"/>
                <a:gd name="connsiteX10" fmla="*/ 95176 w 1194746"/>
                <a:gd name="connsiteY10" fmla="*/ 0 h 734901"/>
                <a:gd name="connsiteX0" fmla="*/ 95176 w 1194746"/>
                <a:gd name="connsiteY0" fmla="*/ 0 h 854911"/>
                <a:gd name="connsiteX1" fmla="*/ 1099570 w 1194746"/>
                <a:gd name="connsiteY1" fmla="*/ 0 h 854911"/>
                <a:gd name="connsiteX2" fmla="*/ 1194746 w 1194746"/>
                <a:gd name="connsiteY2" fmla="*/ 95176 h 854911"/>
                <a:gd name="connsiteX3" fmla="*/ 1194746 w 1194746"/>
                <a:gd name="connsiteY3" fmla="*/ 599609 h 854911"/>
                <a:gd name="connsiteX4" fmla="*/ 1194746 w 1194746"/>
                <a:gd name="connsiteY4" fmla="*/ 599609 h 854911"/>
                <a:gd name="connsiteX5" fmla="*/ 980099 w 1194746"/>
                <a:gd name="connsiteY5" fmla="*/ 720498 h 854911"/>
                <a:gd name="connsiteX6" fmla="*/ 599099 w 1194746"/>
                <a:gd name="connsiteY6" fmla="*/ 854904 h 854911"/>
                <a:gd name="connsiteX7" fmla="*/ 241911 w 1194746"/>
                <a:gd name="connsiteY7" fmla="*/ 726607 h 854911"/>
                <a:gd name="connsiteX8" fmla="*/ 0 w 1194746"/>
                <a:gd name="connsiteY8" fmla="*/ 599609 h 854911"/>
                <a:gd name="connsiteX9" fmla="*/ 0 w 1194746"/>
                <a:gd name="connsiteY9" fmla="*/ 599609 h 854911"/>
                <a:gd name="connsiteX10" fmla="*/ 0 w 1194746"/>
                <a:gd name="connsiteY10" fmla="*/ 95176 h 854911"/>
                <a:gd name="connsiteX11" fmla="*/ 95176 w 1194746"/>
                <a:gd name="connsiteY11" fmla="*/ 0 h 854911"/>
                <a:gd name="connsiteX0" fmla="*/ 95176 w 1194746"/>
                <a:gd name="connsiteY0" fmla="*/ 0 h 856983"/>
                <a:gd name="connsiteX1" fmla="*/ 1099570 w 1194746"/>
                <a:gd name="connsiteY1" fmla="*/ 0 h 856983"/>
                <a:gd name="connsiteX2" fmla="*/ 1194746 w 1194746"/>
                <a:gd name="connsiteY2" fmla="*/ 95176 h 856983"/>
                <a:gd name="connsiteX3" fmla="*/ 1194746 w 1194746"/>
                <a:gd name="connsiteY3" fmla="*/ 599609 h 856983"/>
                <a:gd name="connsiteX4" fmla="*/ 1194746 w 1194746"/>
                <a:gd name="connsiteY4" fmla="*/ 599609 h 856983"/>
                <a:gd name="connsiteX5" fmla="*/ 980099 w 1194746"/>
                <a:gd name="connsiteY5" fmla="*/ 720498 h 856983"/>
                <a:gd name="connsiteX6" fmla="*/ 599099 w 1194746"/>
                <a:gd name="connsiteY6" fmla="*/ 854904 h 856983"/>
                <a:gd name="connsiteX7" fmla="*/ 0 w 1194746"/>
                <a:gd name="connsiteY7" fmla="*/ 599609 h 856983"/>
                <a:gd name="connsiteX8" fmla="*/ 0 w 1194746"/>
                <a:gd name="connsiteY8" fmla="*/ 599609 h 856983"/>
                <a:gd name="connsiteX9" fmla="*/ 0 w 1194746"/>
                <a:gd name="connsiteY9" fmla="*/ 95176 h 856983"/>
                <a:gd name="connsiteX10" fmla="*/ 95176 w 1194746"/>
                <a:gd name="connsiteY10" fmla="*/ 0 h 856983"/>
                <a:gd name="connsiteX0" fmla="*/ 95176 w 1194746"/>
                <a:gd name="connsiteY0" fmla="*/ 0 h 854904"/>
                <a:gd name="connsiteX1" fmla="*/ 1099570 w 1194746"/>
                <a:gd name="connsiteY1" fmla="*/ 0 h 854904"/>
                <a:gd name="connsiteX2" fmla="*/ 1194746 w 1194746"/>
                <a:gd name="connsiteY2" fmla="*/ 95176 h 854904"/>
                <a:gd name="connsiteX3" fmla="*/ 1194746 w 1194746"/>
                <a:gd name="connsiteY3" fmla="*/ 599609 h 854904"/>
                <a:gd name="connsiteX4" fmla="*/ 1194746 w 1194746"/>
                <a:gd name="connsiteY4" fmla="*/ 599609 h 854904"/>
                <a:gd name="connsiteX5" fmla="*/ 599099 w 1194746"/>
                <a:gd name="connsiteY5" fmla="*/ 854904 h 854904"/>
                <a:gd name="connsiteX6" fmla="*/ 0 w 1194746"/>
                <a:gd name="connsiteY6" fmla="*/ 599609 h 854904"/>
                <a:gd name="connsiteX7" fmla="*/ 0 w 1194746"/>
                <a:gd name="connsiteY7" fmla="*/ 599609 h 854904"/>
                <a:gd name="connsiteX8" fmla="*/ 0 w 1194746"/>
                <a:gd name="connsiteY8" fmla="*/ 95176 h 854904"/>
                <a:gd name="connsiteX9" fmla="*/ 95176 w 1194746"/>
                <a:gd name="connsiteY9" fmla="*/ 0 h 854904"/>
                <a:gd name="connsiteX0" fmla="*/ 95176 w 1194746"/>
                <a:gd name="connsiteY0" fmla="*/ 0 h 873233"/>
                <a:gd name="connsiteX1" fmla="*/ 1099570 w 1194746"/>
                <a:gd name="connsiteY1" fmla="*/ 0 h 873233"/>
                <a:gd name="connsiteX2" fmla="*/ 1194746 w 1194746"/>
                <a:gd name="connsiteY2" fmla="*/ 95176 h 873233"/>
                <a:gd name="connsiteX3" fmla="*/ 1194746 w 1194746"/>
                <a:gd name="connsiteY3" fmla="*/ 599609 h 873233"/>
                <a:gd name="connsiteX4" fmla="*/ 1194746 w 1194746"/>
                <a:gd name="connsiteY4" fmla="*/ 599609 h 873233"/>
                <a:gd name="connsiteX5" fmla="*/ 580049 w 1194746"/>
                <a:gd name="connsiteY5" fmla="*/ 873233 h 873233"/>
                <a:gd name="connsiteX6" fmla="*/ 0 w 1194746"/>
                <a:gd name="connsiteY6" fmla="*/ 599609 h 873233"/>
                <a:gd name="connsiteX7" fmla="*/ 0 w 1194746"/>
                <a:gd name="connsiteY7" fmla="*/ 599609 h 873233"/>
                <a:gd name="connsiteX8" fmla="*/ 0 w 1194746"/>
                <a:gd name="connsiteY8" fmla="*/ 95176 h 873233"/>
                <a:gd name="connsiteX9" fmla="*/ 95176 w 1194746"/>
                <a:gd name="connsiteY9" fmla="*/ 0 h 873233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800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6181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94337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2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20" name="islide-26" descr="71396b0c-dc35-431a-89a6-e09b5b06278a">
              <a:extLst>
                <a:ext uri="{FF2B5EF4-FFF2-40B4-BE49-F238E27FC236}">
                  <a16:creationId xmlns:a16="http://schemas.microsoft.com/office/drawing/2014/main" id="{7527DFB5-D5C8-88E9-91AB-19CCC92E23F1}"/>
                </a:ext>
              </a:extLst>
            </p:cNvPr>
            <p:cNvSpPr/>
            <p:nvPr/>
          </p:nvSpPr>
          <p:spPr>
            <a:xfrm>
              <a:off x="1413027" y="2330359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51339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609136 w 1194746"/>
                <a:gd name="connsiteY5" fmla="*/ 447637 h 599609"/>
                <a:gd name="connsiteX6" fmla="*/ 0 w 1194746"/>
                <a:gd name="connsiteY6" fmla="*/ 599609 h 599609"/>
                <a:gd name="connsiteX7" fmla="*/ 0 w 1194746"/>
                <a:gd name="connsiteY7" fmla="*/ 599609 h 599609"/>
                <a:gd name="connsiteX8" fmla="*/ 0 w 1194746"/>
                <a:gd name="connsiteY8" fmla="*/ 95176 h 599609"/>
                <a:gd name="connsiteX9" fmla="*/ 95176 w 1194746"/>
                <a:gd name="connsiteY9" fmla="*/ 0 h 599609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126"/>
                <a:gd name="connsiteX1" fmla="*/ 1099570 w 1194746"/>
                <a:gd name="connsiteY1" fmla="*/ 0 h 757126"/>
                <a:gd name="connsiteX2" fmla="*/ 1194746 w 1194746"/>
                <a:gd name="connsiteY2" fmla="*/ 95176 h 757126"/>
                <a:gd name="connsiteX3" fmla="*/ 1194746 w 1194746"/>
                <a:gd name="connsiteY3" fmla="*/ 599609 h 757126"/>
                <a:gd name="connsiteX4" fmla="*/ 1194746 w 1194746"/>
                <a:gd name="connsiteY4" fmla="*/ 599609 h 757126"/>
                <a:gd name="connsiteX5" fmla="*/ 609136 w 1194746"/>
                <a:gd name="connsiteY5" fmla="*/ 757126 h 757126"/>
                <a:gd name="connsiteX6" fmla="*/ 0 w 1194746"/>
                <a:gd name="connsiteY6" fmla="*/ 599609 h 757126"/>
                <a:gd name="connsiteX7" fmla="*/ 0 w 1194746"/>
                <a:gd name="connsiteY7" fmla="*/ 599609 h 757126"/>
                <a:gd name="connsiteX8" fmla="*/ 0 w 1194746"/>
                <a:gd name="connsiteY8" fmla="*/ 95176 h 757126"/>
                <a:gd name="connsiteX9" fmla="*/ 95176 w 1194746"/>
                <a:gd name="connsiteY9" fmla="*/ 0 h 757126"/>
                <a:gd name="connsiteX0" fmla="*/ 95176 w 1194746"/>
                <a:gd name="connsiteY0" fmla="*/ 0 h 757966"/>
                <a:gd name="connsiteX1" fmla="*/ 1099570 w 1194746"/>
                <a:gd name="connsiteY1" fmla="*/ 0 h 757966"/>
                <a:gd name="connsiteX2" fmla="*/ 1194746 w 1194746"/>
                <a:gd name="connsiteY2" fmla="*/ 95176 h 757966"/>
                <a:gd name="connsiteX3" fmla="*/ 1194746 w 1194746"/>
                <a:gd name="connsiteY3" fmla="*/ 599609 h 757966"/>
                <a:gd name="connsiteX4" fmla="*/ 1194746 w 1194746"/>
                <a:gd name="connsiteY4" fmla="*/ 599609 h 757966"/>
                <a:gd name="connsiteX5" fmla="*/ 1094399 w 1194746"/>
                <a:gd name="connsiteY5" fmla="*/ 659403 h 757966"/>
                <a:gd name="connsiteX6" fmla="*/ 609136 w 1194746"/>
                <a:gd name="connsiteY6" fmla="*/ 757126 h 757966"/>
                <a:gd name="connsiteX7" fmla="*/ 0 w 1194746"/>
                <a:gd name="connsiteY7" fmla="*/ 599609 h 757966"/>
                <a:gd name="connsiteX8" fmla="*/ 0 w 1194746"/>
                <a:gd name="connsiteY8" fmla="*/ 599609 h 757966"/>
                <a:gd name="connsiteX9" fmla="*/ 0 w 1194746"/>
                <a:gd name="connsiteY9" fmla="*/ 95176 h 757966"/>
                <a:gd name="connsiteX10" fmla="*/ 95176 w 1194746"/>
                <a:gd name="connsiteY10" fmla="*/ 0 h 757966"/>
                <a:gd name="connsiteX0" fmla="*/ 95176 w 1216266"/>
                <a:gd name="connsiteY0" fmla="*/ 0 h 659403"/>
                <a:gd name="connsiteX1" fmla="*/ 1099570 w 1216266"/>
                <a:gd name="connsiteY1" fmla="*/ 0 h 659403"/>
                <a:gd name="connsiteX2" fmla="*/ 1194746 w 1216266"/>
                <a:gd name="connsiteY2" fmla="*/ 95176 h 659403"/>
                <a:gd name="connsiteX3" fmla="*/ 1194746 w 1216266"/>
                <a:gd name="connsiteY3" fmla="*/ 599609 h 659403"/>
                <a:gd name="connsiteX4" fmla="*/ 1194746 w 1216266"/>
                <a:gd name="connsiteY4" fmla="*/ 599609 h 659403"/>
                <a:gd name="connsiteX5" fmla="*/ 1094399 w 1216266"/>
                <a:gd name="connsiteY5" fmla="*/ 659403 h 659403"/>
                <a:gd name="connsiteX6" fmla="*/ 0 w 1216266"/>
                <a:gd name="connsiteY6" fmla="*/ 599609 h 659403"/>
                <a:gd name="connsiteX7" fmla="*/ 0 w 1216266"/>
                <a:gd name="connsiteY7" fmla="*/ 599609 h 659403"/>
                <a:gd name="connsiteX8" fmla="*/ 0 w 1216266"/>
                <a:gd name="connsiteY8" fmla="*/ 95176 h 659403"/>
                <a:gd name="connsiteX9" fmla="*/ 95176 w 1216266"/>
                <a:gd name="connsiteY9" fmla="*/ 0 h 659403"/>
                <a:gd name="connsiteX0" fmla="*/ 95176 w 1194746"/>
                <a:gd name="connsiteY0" fmla="*/ 0 h 720498"/>
                <a:gd name="connsiteX1" fmla="*/ 1099570 w 1194746"/>
                <a:gd name="connsiteY1" fmla="*/ 0 h 720498"/>
                <a:gd name="connsiteX2" fmla="*/ 1194746 w 1194746"/>
                <a:gd name="connsiteY2" fmla="*/ 95176 h 720498"/>
                <a:gd name="connsiteX3" fmla="*/ 1194746 w 1194746"/>
                <a:gd name="connsiteY3" fmla="*/ 599609 h 720498"/>
                <a:gd name="connsiteX4" fmla="*/ 1194746 w 1194746"/>
                <a:gd name="connsiteY4" fmla="*/ 599609 h 720498"/>
                <a:gd name="connsiteX5" fmla="*/ 980099 w 1194746"/>
                <a:gd name="connsiteY5" fmla="*/ 720498 h 720498"/>
                <a:gd name="connsiteX6" fmla="*/ 0 w 1194746"/>
                <a:gd name="connsiteY6" fmla="*/ 599609 h 720498"/>
                <a:gd name="connsiteX7" fmla="*/ 0 w 1194746"/>
                <a:gd name="connsiteY7" fmla="*/ 599609 h 720498"/>
                <a:gd name="connsiteX8" fmla="*/ 0 w 1194746"/>
                <a:gd name="connsiteY8" fmla="*/ 95176 h 720498"/>
                <a:gd name="connsiteX9" fmla="*/ 95176 w 1194746"/>
                <a:gd name="connsiteY9" fmla="*/ 0 h 720498"/>
                <a:gd name="connsiteX0" fmla="*/ 95176 w 1194746"/>
                <a:gd name="connsiteY0" fmla="*/ 0 h 734900"/>
                <a:gd name="connsiteX1" fmla="*/ 1099570 w 1194746"/>
                <a:gd name="connsiteY1" fmla="*/ 0 h 734900"/>
                <a:gd name="connsiteX2" fmla="*/ 1194746 w 1194746"/>
                <a:gd name="connsiteY2" fmla="*/ 95176 h 734900"/>
                <a:gd name="connsiteX3" fmla="*/ 1194746 w 1194746"/>
                <a:gd name="connsiteY3" fmla="*/ 599609 h 734900"/>
                <a:gd name="connsiteX4" fmla="*/ 1194746 w 1194746"/>
                <a:gd name="connsiteY4" fmla="*/ 599609 h 734900"/>
                <a:gd name="connsiteX5" fmla="*/ 980099 w 1194746"/>
                <a:gd name="connsiteY5" fmla="*/ 720498 h 734900"/>
                <a:gd name="connsiteX6" fmla="*/ 241911 w 1194746"/>
                <a:gd name="connsiteY6" fmla="*/ 726607 h 734900"/>
                <a:gd name="connsiteX7" fmla="*/ 0 w 1194746"/>
                <a:gd name="connsiteY7" fmla="*/ 599609 h 734900"/>
                <a:gd name="connsiteX8" fmla="*/ 0 w 1194746"/>
                <a:gd name="connsiteY8" fmla="*/ 599609 h 734900"/>
                <a:gd name="connsiteX9" fmla="*/ 0 w 1194746"/>
                <a:gd name="connsiteY9" fmla="*/ 95176 h 734900"/>
                <a:gd name="connsiteX10" fmla="*/ 95176 w 1194746"/>
                <a:gd name="connsiteY10" fmla="*/ 0 h 734900"/>
                <a:gd name="connsiteX0" fmla="*/ 95176 w 1194746"/>
                <a:gd name="connsiteY0" fmla="*/ 0 h 734901"/>
                <a:gd name="connsiteX1" fmla="*/ 1099570 w 1194746"/>
                <a:gd name="connsiteY1" fmla="*/ 0 h 734901"/>
                <a:gd name="connsiteX2" fmla="*/ 1194746 w 1194746"/>
                <a:gd name="connsiteY2" fmla="*/ 95176 h 734901"/>
                <a:gd name="connsiteX3" fmla="*/ 1194746 w 1194746"/>
                <a:gd name="connsiteY3" fmla="*/ 599609 h 734901"/>
                <a:gd name="connsiteX4" fmla="*/ 1194746 w 1194746"/>
                <a:gd name="connsiteY4" fmla="*/ 599609 h 734901"/>
                <a:gd name="connsiteX5" fmla="*/ 980099 w 1194746"/>
                <a:gd name="connsiteY5" fmla="*/ 720498 h 734901"/>
                <a:gd name="connsiteX6" fmla="*/ 241911 w 1194746"/>
                <a:gd name="connsiteY6" fmla="*/ 726607 h 734901"/>
                <a:gd name="connsiteX7" fmla="*/ 0 w 1194746"/>
                <a:gd name="connsiteY7" fmla="*/ 599609 h 734901"/>
                <a:gd name="connsiteX8" fmla="*/ 0 w 1194746"/>
                <a:gd name="connsiteY8" fmla="*/ 599609 h 734901"/>
                <a:gd name="connsiteX9" fmla="*/ 0 w 1194746"/>
                <a:gd name="connsiteY9" fmla="*/ 95176 h 734901"/>
                <a:gd name="connsiteX10" fmla="*/ 95176 w 1194746"/>
                <a:gd name="connsiteY10" fmla="*/ 0 h 734901"/>
                <a:gd name="connsiteX0" fmla="*/ 95176 w 1194746"/>
                <a:gd name="connsiteY0" fmla="*/ 0 h 854911"/>
                <a:gd name="connsiteX1" fmla="*/ 1099570 w 1194746"/>
                <a:gd name="connsiteY1" fmla="*/ 0 h 854911"/>
                <a:gd name="connsiteX2" fmla="*/ 1194746 w 1194746"/>
                <a:gd name="connsiteY2" fmla="*/ 95176 h 854911"/>
                <a:gd name="connsiteX3" fmla="*/ 1194746 w 1194746"/>
                <a:gd name="connsiteY3" fmla="*/ 599609 h 854911"/>
                <a:gd name="connsiteX4" fmla="*/ 1194746 w 1194746"/>
                <a:gd name="connsiteY4" fmla="*/ 599609 h 854911"/>
                <a:gd name="connsiteX5" fmla="*/ 980099 w 1194746"/>
                <a:gd name="connsiteY5" fmla="*/ 720498 h 854911"/>
                <a:gd name="connsiteX6" fmla="*/ 599099 w 1194746"/>
                <a:gd name="connsiteY6" fmla="*/ 854904 h 854911"/>
                <a:gd name="connsiteX7" fmla="*/ 241911 w 1194746"/>
                <a:gd name="connsiteY7" fmla="*/ 726607 h 854911"/>
                <a:gd name="connsiteX8" fmla="*/ 0 w 1194746"/>
                <a:gd name="connsiteY8" fmla="*/ 599609 h 854911"/>
                <a:gd name="connsiteX9" fmla="*/ 0 w 1194746"/>
                <a:gd name="connsiteY9" fmla="*/ 599609 h 854911"/>
                <a:gd name="connsiteX10" fmla="*/ 0 w 1194746"/>
                <a:gd name="connsiteY10" fmla="*/ 95176 h 854911"/>
                <a:gd name="connsiteX11" fmla="*/ 95176 w 1194746"/>
                <a:gd name="connsiteY11" fmla="*/ 0 h 854911"/>
                <a:gd name="connsiteX0" fmla="*/ 95176 w 1194746"/>
                <a:gd name="connsiteY0" fmla="*/ 0 h 856983"/>
                <a:gd name="connsiteX1" fmla="*/ 1099570 w 1194746"/>
                <a:gd name="connsiteY1" fmla="*/ 0 h 856983"/>
                <a:gd name="connsiteX2" fmla="*/ 1194746 w 1194746"/>
                <a:gd name="connsiteY2" fmla="*/ 95176 h 856983"/>
                <a:gd name="connsiteX3" fmla="*/ 1194746 w 1194746"/>
                <a:gd name="connsiteY3" fmla="*/ 599609 h 856983"/>
                <a:gd name="connsiteX4" fmla="*/ 1194746 w 1194746"/>
                <a:gd name="connsiteY4" fmla="*/ 599609 h 856983"/>
                <a:gd name="connsiteX5" fmla="*/ 980099 w 1194746"/>
                <a:gd name="connsiteY5" fmla="*/ 720498 h 856983"/>
                <a:gd name="connsiteX6" fmla="*/ 599099 w 1194746"/>
                <a:gd name="connsiteY6" fmla="*/ 854904 h 856983"/>
                <a:gd name="connsiteX7" fmla="*/ 0 w 1194746"/>
                <a:gd name="connsiteY7" fmla="*/ 599609 h 856983"/>
                <a:gd name="connsiteX8" fmla="*/ 0 w 1194746"/>
                <a:gd name="connsiteY8" fmla="*/ 599609 h 856983"/>
                <a:gd name="connsiteX9" fmla="*/ 0 w 1194746"/>
                <a:gd name="connsiteY9" fmla="*/ 95176 h 856983"/>
                <a:gd name="connsiteX10" fmla="*/ 95176 w 1194746"/>
                <a:gd name="connsiteY10" fmla="*/ 0 h 856983"/>
                <a:gd name="connsiteX0" fmla="*/ 95176 w 1194746"/>
                <a:gd name="connsiteY0" fmla="*/ 0 h 854904"/>
                <a:gd name="connsiteX1" fmla="*/ 1099570 w 1194746"/>
                <a:gd name="connsiteY1" fmla="*/ 0 h 854904"/>
                <a:gd name="connsiteX2" fmla="*/ 1194746 w 1194746"/>
                <a:gd name="connsiteY2" fmla="*/ 95176 h 854904"/>
                <a:gd name="connsiteX3" fmla="*/ 1194746 w 1194746"/>
                <a:gd name="connsiteY3" fmla="*/ 599609 h 854904"/>
                <a:gd name="connsiteX4" fmla="*/ 1194746 w 1194746"/>
                <a:gd name="connsiteY4" fmla="*/ 599609 h 854904"/>
                <a:gd name="connsiteX5" fmla="*/ 599099 w 1194746"/>
                <a:gd name="connsiteY5" fmla="*/ 854904 h 854904"/>
                <a:gd name="connsiteX6" fmla="*/ 0 w 1194746"/>
                <a:gd name="connsiteY6" fmla="*/ 599609 h 854904"/>
                <a:gd name="connsiteX7" fmla="*/ 0 w 1194746"/>
                <a:gd name="connsiteY7" fmla="*/ 599609 h 854904"/>
                <a:gd name="connsiteX8" fmla="*/ 0 w 1194746"/>
                <a:gd name="connsiteY8" fmla="*/ 95176 h 854904"/>
                <a:gd name="connsiteX9" fmla="*/ 95176 w 1194746"/>
                <a:gd name="connsiteY9" fmla="*/ 0 h 854904"/>
                <a:gd name="connsiteX0" fmla="*/ 95176 w 1194746"/>
                <a:gd name="connsiteY0" fmla="*/ 0 h 873233"/>
                <a:gd name="connsiteX1" fmla="*/ 1099570 w 1194746"/>
                <a:gd name="connsiteY1" fmla="*/ 0 h 873233"/>
                <a:gd name="connsiteX2" fmla="*/ 1194746 w 1194746"/>
                <a:gd name="connsiteY2" fmla="*/ 95176 h 873233"/>
                <a:gd name="connsiteX3" fmla="*/ 1194746 w 1194746"/>
                <a:gd name="connsiteY3" fmla="*/ 599609 h 873233"/>
                <a:gd name="connsiteX4" fmla="*/ 1194746 w 1194746"/>
                <a:gd name="connsiteY4" fmla="*/ 599609 h 873233"/>
                <a:gd name="connsiteX5" fmla="*/ 580049 w 1194746"/>
                <a:gd name="connsiteY5" fmla="*/ 873233 h 873233"/>
                <a:gd name="connsiteX6" fmla="*/ 0 w 1194746"/>
                <a:gd name="connsiteY6" fmla="*/ 599609 h 873233"/>
                <a:gd name="connsiteX7" fmla="*/ 0 w 1194746"/>
                <a:gd name="connsiteY7" fmla="*/ 599609 h 873233"/>
                <a:gd name="connsiteX8" fmla="*/ 0 w 1194746"/>
                <a:gd name="connsiteY8" fmla="*/ 95176 h 873233"/>
                <a:gd name="connsiteX9" fmla="*/ 95176 w 1194746"/>
                <a:gd name="connsiteY9" fmla="*/ 0 h 873233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800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618149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  <a:gd name="connsiteX0" fmla="*/ 95176 w 1194746"/>
                <a:gd name="connsiteY0" fmla="*/ 0 h 873677"/>
                <a:gd name="connsiteX1" fmla="*/ 1099570 w 1194746"/>
                <a:gd name="connsiteY1" fmla="*/ 0 h 873677"/>
                <a:gd name="connsiteX2" fmla="*/ 1194746 w 1194746"/>
                <a:gd name="connsiteY2" fmla="*/ 95176 h 873677"/>
                <a:gd name="connsiteX3" fmla="*/ 1194746 w 1194746"/>
                <a:gd name="connsiteY3" fmla="*/ 599609 h 873677"/>
                <a:gd name="connsiteX4" fmla="*/ 1194746 w 1194746"/>
                <a:gd name="connsiteY4" fmla="*/ 599609 h 873677"/>
                <a:gd name="connsiteX5" fmla="*/ 594337 w 1194746"/>
                <a:gd name="connsiteY5" fmla="*/ 873233 h 873677"/>
                <a:gd name="connsiteX6" fmla="*/ 0 w 1194746"/>
                <a:gd name="connsiteY6" fmla="*/ 599609 h 873677"/>
                <a:gd name="connsiteX7" fmla="*/ 0 w 1194746"/>
                <a:gd name="connsiteY7" fmla="*/ 599609 h 873677"/>
                <a:gd name="connsiteX8" fmla="*/ 0 w 1194746"/>
                <a:gd name="connsiteY8" fmla="*/ 95176 h 873677"/>
                <a:gd name="connsiteX9" fmla="*/ 95176 w 1194746"/>
                <a:gd name="connsiteY9" fmla="*/ 0 h 87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1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5" name="Title" descr="4ac5c6d3-c09f-46cc-8a12-ac8c5a4a38a2">
              <a:extLst>
                <a:ext uri="{FF2B5EF4-FFF2-40B4-BE49-F238E27FC236}">
                  <a16:creationId xmlns:a16="http://schemas.microsoft.com/office/drawing/2014/main" id="{B4CBD12B-ECDC-ECED-BB5B-9A1D1885988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ea typeface="微软雅黑"/>
                </a:rPr>
                <a:t>让演示文稿生动起来</a:t>
              </a:r>
            </a:p>
          </p:txBody>
        </p:sp>
        <p:grpSp>
          <p:nvGrpSpPr>
            <p:cNvPr id="9" name="组合 8" descr="ea868c05-a83a-44ad-89f8-5d71119684da">
              <a:extLst>
                <a:ext uri="{FF2B5EF4-FFF2-40B4-BE49-F238E27FC236}">
                  <a16:creationId xmlns:a16="http://schemas.microsoft.com/office/drawing/2014/main" id="{73249273-3142-8F5F-7775-59B581276D2B}"/>
                </a:ext>
              </a:extLst>
            </p:cNvPr>
            <p:cNvGrpSpPr/>
            <p:nvPr/>
          </p:nvGrpSpPr>
          <p:grpSpPr>
            <a:xfrm>
              <a:off x="660400" y="2330359"/>
              <a:ext cx="2700000" cy="3001465"/>
              <a:chOff x="660400" y="2330359"/>
              <a:chExt cx="2700000" cy="3001465"/>
            </a:xfrm>
          </p:grpSpPr>
          <p:sp>
            <p:nvSpPr>
              <p:cNvPr id="4" name="Bullet1" descr="0a2265d1-da8d-4526-9053-864e0b3eee4c">
                <a:extLst>
                  <a:ext uri="{FF2B5EF4-FFF2-40B4-BE49-F238E27FC236}">
                    <a16:creationId xmlns:a16="http://schemas.microsoft.com/office/drawing/2014/main" id="{A0C74669-5688-3137-1579-2102BBED10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4138441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itchFamily="-109" charset="0"/>
                    <a:sym typeface="Calibri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进入动画</a:t>
                </a:r>
              </a:p>
            </p:txBody>
          </p:sp>
          <p:sp>
            <p:nvSpPr>
              <p:cNvPr id="12" name="ComponentBackground1" descr="b071d3c4-6876-453b-98ae-b2ee5a182b47">
                <a:extLst>
                  <a:ext uri="{FF2B5EF4-FFF2-40B4-BE49-F238E27FC236}">
                    <a16:creationId xmlns:a16="http://schemas.microsoft.com/office/drawing/2014/main" id="{6C2A35ED-2F94-443C-9C22-7F240AE03202}"/>
                  </a:ext>
                </a:extLst>
              </p:cNvPr>
              <p:cNvSpPr/>
              <p:nvPr/>
            </p:nvSpPr>
            <p:spPr>
              <a:xfrm rot="10800000">
                <a:off x="1413027" y="2330359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16200000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3" name="Shape1" descr="e5f9e2de-5c23-403f-aa38-d95f2b60df15">
                <a:extLst>
                  <a:ext uri="{FF2B5EF4-FFF2-40B4-BE49-F238E27FC236}">
                    <a16:creationId xmlns:a16="http://schemas.microsoft.com/office/drawing/2014/main" id="{877B7971-FA20-18A0-0F33-A6EA4506F0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56400" y="3811011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4" name="Text1" descr="497e3eeb-bf3c-4b50-a129-4e2dc28905c1">
                <a:extLst>
                  <a:ext uri="{FF2B5EF4-FFF2-40B4-BE49-F238E27FC236}">
                    <a16:creationId xmlns:a16="http://schemas.microsoft.com/office/drawing/2014/main" id="{427196B2-8A47-2953-BA20-F9FE6FB66979}"/>
                  </a:ext>
                </a:extLst>
              </p:cNvPr>
              <p:cNvSpPr/>
              <p:nvPr/>
            </p:nvSpPr>
            <p:spPr>
              <a:xfrm>
                <a:off x="660400" y="454423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为对象设置进入动画，如淡入、飞入等，能使内容逐一呈现，吸引观众的注意力。 </a:t>
                </a:r>
              </a:p>
            </p:txBody>
          </p:sp>
          <p:sp>
            <p:nvSpPr>
              <p:cNvPr id="61" name="Number1" descr="8d2c9b1e-a5c7-4563-b9e7-7b89a26f7e42">
                <a:extLst>
                  <a:ext uri="{FF2B5EF4-FFF2-40B4-BE49-F238E27FC236}">
                    <a16:creationId xmlns:a16="http://schemas.microsoft.com/office/drawing/2014/main" id="{4E293647-064E-EFC1-069D-EFAC5F5EB9A5}"/>
                  </a:ext>
                </a:extLst>
              </p:cNvPr>
              <p:cNvSpPr txBox="1"/>
              <p:nvPr/>
            </p:nvSpPr>
            <p:spPr>
              <a:xfrm>
                <a:off x="1470400" y="2588174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id="8" name="组合 7" descr="776cdac0-88be-41f1-bc7d-900e22e90647">
              <a:extLst>
                <a:ext uri="{FF2B5EF4-FFF2-40B4-BE49-F238E27FC236}">
                  <a16:creationId xmlns:a16="http://schemas.microsoft.com/office/drawing/2014/main" id="{035A804B-0043-E5D4-55D5-A62922606D4A}"/>
                </a:ext>
              </a:extLst>
            </p:cNvPr>
            <p:cNvGrpSpPr/>
            <p:nvPr/>
          </p:nvGrpSpPr>
          <p:grpSpPr>
            <a:xfrm>
              <a:off x="3379900" y="2040272"/>
              <a:ext cx="2700000" cy="3334537"/>
              <a:chOff x="3379900" y="2040272"/>
              <a:chExt cx="2700000" cy="3334537"/>
            </a:xfrm>
          </p:grpSpPr>
          <p:sp>
            <p:nvSpPr>
              <p:cNvPr id="54" name="ComponentBackground2" descr="682f802d-d852-493d-9c12-e6abb9cdd2b1">
                <a:extLst>
                  <a:ext uri="{FF2B5EF4-FFF2-40B4-BE49-F238E27FC236}">
                    <a16:creationId xmlns:a16="http://schemas.microsoft.com/office/drawing/2014/main" id="{FAE819D9-2D6B-C969-244D-B5C7C1DD365A}"/>
                  </a:ext>
                </a:extLst>
              </p:cNvPr>
              <p:cNvSpPr/>
              <p:nvPr/>
            </p:nvSpPr>
            <p:spPr>
              <a:xfrm>
                <a:off x="4132527" y="4068017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9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5400000" algn="t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56" name="Number2" descr="c7916e6e-751f-43bf-8cf8-796268839605">
                <a:extLst>
                  <a:ext uri="{FF2B5EF4-FFF2-40B4-BE49-F238E27FC236}">
                    <a16:creationId xmlns:a16="http://schemas.microsoft.com/office/drawing/2014/main" id="{276FF9EF-055D-4E60-9374-A8F4907ECFD4}"/>
                  </a:ext>
                </a:extLst>
              </p:cNvPr>
              <p:cNvSpPr txBox="1"/>
              <p:nvPr/>
            </p:nvSpPr>
            <p:spPr>
              <a:xfrm>
                <a:off x="4189900" y="4439798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id="58" name="Shape2" descr="55d89e31-c1e9-41d2-b326-3b6ee042c7a6">
                <a:extLst>
                  <a:ext uri="{FF2B5EF4-FFF2-40B4-BE49-F238E27FC236}">
                    <a16:creationId xmlns:a16="http://schemas.microsoft.com/office/drawing/2014/main" id="{E157E753-0BE4-0FA4-87BB-A13C02AA45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75900" y="3811011"/>
                <a:ext cx="108000" cy="10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59" name="Bullet2" descr="f119739c-dbbf-4a68-bfba-a7669003cc20">
                <a:extLst>
                  <a:ext uri="{FF2B5EF4-FFF2-40B4-BE49-F238E27FC236}">
                    <a16:creationId xmlns:a16="http://schemas.microsoft.com/office/drawing/2014/main" id="{CC1CA68F-04F1-56A3-5455-BD9B8A0F79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9900" y="2040272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itchFamily="-109" charset="0"/>
                    <a:sym typeface="Calibri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退出动画</a:t>
                </a:r>
              </a:p>
            </p:txBody>
          </p:sp>
          <p:sp>
            <p:nvSpPr>
              <p:cNvPr id="60" name="Text2" descr="069ae134-cd11-4d3d-9a43-75ca45f1a22c">
                <a:extLst>
                  <a:ext uri="{FF2B5EF4-FFF2-40B4-BE49-F238E27FC236}">
                    <a16:creationId xmlns:a16="http://schemas.microsoft.com/office/drawing/2014/main" id="{385ABB3E-4D1A-CA7A-A6BB-9BADE01C8C56}"/>
                  </a:ext>
                </a:extLst>
              </p:cNvPr>
              <p:cNvSpPr/>
              <p:nvPr/>
            </p:nvSpPr>
            <p:spPr>
              <a:xfrm>
                <a:off x="3379900" y="244606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设置退出动画，如消失、飞出等，可使内容有序消失，增加演示的流畅性。 </a:t>
                </a:r>
              </a:p>
            </p:txBody>
          </p:sp>
        </p:grpSp>
        <p:grpSp>
          <p:nvGrpSpPr>
            <p:cNvPr id="7" name="组合 6" descr="3e7c2f2d-acf9-424e-ba64-9869e492b981">
              <a:extLst>
                <a:ext uri="{FF2B5EF4-FFF2-40B4-BE49-F238E27FC236}">
                  <a16:creationId xmlns:a16="http://schemas.microsoft.com/office/drawing/2014/main" id="{4ECA9F97-F142-BE2D-26F5-EBEFB70F77E6}"/>
                </a:ext>
              </a:extLst>
            </p:cNvPr>
            <p:cNvGrpSpPr/>
            <p:nvPr/>
          </p:nvGrpSpPr>
          <p:grpSpPr>
            <a:xfrm>
              <a:off x="6099400" y="2330359"/>
              <a:ext cx="2700000" cy="3001463"/>
              <a:chOff x="6099400" y="2330359"/>
              <a:chExt cx="2700000" cy="3001463"/>
            </a:xfrm>
          </p:grpSpPr>
          <p:sp>
            <p:nvSpPr>
              <p:cNvPr id="47" name="Bullet3" descr="e4a59dae-bb9f-42fd-9030-e3c707da7072">
                <a:extLst>
                  <a:ext uri="{FF2B5EF4-FFF2-40B4-BE49-F238E27FC236}">
                    <a16:creationId xmlns:a16="http://schemas.microsoft.com/office/drawing/2014/main" id="{F822E08C-B637-14E3-6F48-40EC14F2AE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9400" y="4138441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itchFamily="-109" charset="0"/>
                    <a:sym typeface="Calibri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强调动画</a:t>
                </a:r>
              </a:p>
            </p:txBody>
          </p:sp>
          <p:sp>
            <p:nvSpPr>
              <p:cNvPr id="48" name="ComponentBackground3" descr="edf699b3-371f-44b2-85a7-0e4487350455">
                <a:extLst>
                  <a:ext uri="{FF2B5EF4-FFF2-40B4-BE49-F238E27FC236}">
                    <a16:creationId xmlns:a16="http://schemas.microsoft.com/office/drawing/2014/main" id="{A196E81D-A2A7-6F24-C49D-F1BEBE24A159}"/>
                  </a:ext>
                </a:extLst>
              </p:cNvPr>
              <p:cNvSpPr/>
              <p:nvPr/>
            </p:nvSpPr>
            <p:spPr>
              <a:xfrm rot="10800000">
                <a:off x="6852027" y="2330359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90000">
                    <a:schemeClr val="accent3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162000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51" name="Shape3" descr="5d7582a2-3fc5-4aa9-8775-565eb23d5765">
                <a:extLst>
                  <a:ext uri="{FF2B5EF4-FFF2-40B4-BE49-F238E27FC236}">
                    <a16:creationId xmlns:a16="http://schemas.microsoft.com/office/drawing/2014/main" id="{87AC5D98-4453-52AF-8150-713D01AE59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95400" y="3811011"/>
                <a:ext cx="108000" cy="10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52" name="Text3" descr="2c333cfb-df2b-420e-af88-41198d43c35a">
                <a:extLst>
                  <a:ext uri="{FF2B5EF4-FFF2-40B4-BE49-F238E27FC236}">
                    <a16:creationId xmlns:a16="http://schemas.microsoft.com/office/drawing/2014/main" id="{A2F1ED3C-A26B-554D-BC74-A43F65B49B97}"/>
                  </a:ext>
                </a:extLst>
              </p:cNvPr>
              <p:cNvSpPr/>
              <p:nvPr/>
            </p:nvSpPr>
            <p:spPr>
              <a:xfrm>
                <a:off x="6099400" y="4544234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强调动画能突出显示关键内容，如闪烁、放大缩小等，帮助观众更好地理解重点。 </a:t>
                </a:r>
              </a:p>
            </p:txBody>
          </p:sp>
          <p:sp>
            <p:nvSpPr>
              <p:cNvPr id="53" name="Number3" descr="d9957b02-47af-4d68-8ee8-a8e4dc6e9c9d">
                <a:extLst>
                  <a:ext uri="{FF2B5EF4-FFF2-40B4-BE49-F238E27FC236}">
                    <a16:creationId xmlns:a16="http://schemas.microsoft.com/office/drawing/2014/main" id="{0DDD5AB9-DEA2-8358-0BCD-D2ABA78F84B6}"/>
                  </a:ext>
                </a:extLst>
              </p:cNvPr>
              <p:cNvSpPr txBox="1"/>
              <p:nvPr/>
            </p:nvSpPr>
            <p:spPr>
              <a:xfrm>
                <a:off x="6909400" y="2588174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id="6" name="组合 5" descr="6a7fe7d0-a70b-443f-8d4d-e8914a77bf0a">
              <a:extLst>
                <a:ext uri="{FF2B5EF4-FFF2-40B4-BE49-F238E27FC236}">
                  <a16:creationId xmlns:a16="http://schemas.microsoft.com/office/drawing/2014/main" id="{BCC31D27-CC64-37EB-C3CE-2E514BF53375}"/>
                </a:ext>
              </a:extLst>
            </p:cNvPr>
            <p:cNvGrpSpPr/>
            <p:nvPr/>
          </p:nvGrpSpPr>
          <p:grpSpPr>
            <a:xfrm>
              <a:off x="8818900" y="2040272"/>
              <a:ext cx="2700000" cy="3334537"/>
              <a:chOff x="8818900" y="2040272"/>
              <a:chExt cx="2700000" cy="3334537"/>
            </a:xfrm>
          </p:grpSpPr>
          <p:sp>
            <p:nvSpPr>
              <p:cNvPr id="17" name="ComponentBackground4" descr="14f8d359-e472-42c2-bce1-4ef0038974ec">
                <a:extLst>
                  <a:ext uri="{FF2B5EF4-FFF2-40B4-BE49-F238E27FC236}">
                    <a16:creationId xmlns:a16="http://schemas.microsoft.com/office/drawing/2014/main" id="{42699357-D5EA-D8F5-F431-F2E54D296743}"/>
                  </a:ext>
                </a:extLst>
              </p:cNvPr>
              <p:cNvSpPr/>
              <p:nvPr/>
            </p:nvSpPr>
            <p:spPr>
              <a:xfrm>
                <a:off x="9571527" y="4068017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90000">
                    <a:schemeClr val="accent4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5400000" algn="t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40" name="Number4" descr="50436f4b-f71a-411c-868a-cb5849fe70eb">
                <a:extLst>
                  <a:ext uri="{FF2B5EF4-FFF2-40B4-BE49-F238E27FC236}">
                    <a16:creationId xmlns:a16="http://schemas.microsoft.com/office/drawing/2014/main" id="{A8AC5184-C2D7-3BAA-8E09-70AE84D114F5}"/>
                  </a:ext>
                </a:extLst>
              </p:cNvPr>
              <p:cNvSpPr txBox="1"/>
              <p:nvPr/>
            </p:nvSpPr>
            <p:spPr>
              <a:xfrm>
                <a:off x="9628899" y="4439798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  <p:sp>
            <p:nvSpPr>
              <p:cNvPr id="44" name="Shape4" descr="66046a15-ee45-48dc-9466-9c6ef1ec1227">
                <a:extLst>
                  <a:ext uri="{FF2B5EF4-FFF2-40B4-BE49-F238E27FC236}">
                    <a16:creationId xmlns:a16="http://schemas.microsoft.com/office/drawing/2014/main" id="{BF796E63-3CEE-3F6E-450C-CC4CA2422F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14900" y="3811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45" name="Bullet4" descr="120b9f42-578a-4bcc-9d3c-8d99a5b0e27b">
                <a:extLst>
                  <a:ext uri="{FF2B5EF4-FFF2-40B4-BE49-F238E27FC236}">
                    <a16:creationId xmlns:a16="http://schemas.microsoft.com/office/drawing/2014/main" id="{F4306700-ACB9-8B64-84BA-40A45814D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8900" y="2040272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itchFamily="-109" charset="0"/>
                    <a:sym typeface="Calibri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charset="0"/>
                    <a:ea typeface="ヒラギノ角ゴ ProN W3" charset="0"/>
                    <a:cs typeface="ヒラギノ角ゴ ProN W3" charset="0"/>
                    <a:sym typeface="Calibri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路径动画</a:t>
                </a:r>
              </a:p>
            </p:txBody>
          </p:sp>
          <p:sp>
            <p:nvSpPr>
              <p:cNvPr id="46" name="Text4" descr="33c4ec33-6041-4d59-8bad-f233ee4e4a6a">
                <a:extLst>
                  <a:ext uri="{FF2B5EF4-FFF2-40B4-BE49-F238E27FC236}">
                    <a16:creationId xmlns:a16="http://schemas.microsoft.com/office/drawing/2014/main" id="{E2F888CD-1761-3640-DAF7-7BDD0038E894}"/>
                  </a:ext>
                </a:extLst>
              </p:cNvPr>
              <p:cNvSpPr/>
              <p:nvPr/>
            </p:nvSpPr>
            <p:spPr>
              <a:xfrm>
                <a:off x="8818900" y="244606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路径动画可让对象沿指定路径移动，创造出独特的动态效果，使演示更具趣味性。 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动画效果设置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8c66185-fc6f-4e06-80a3-5baa9f8fa447.source.4.zh-Hans.pptx" descr="b615eebf-d077-48ea-a3eb-d64630e79220">
            <a:extLst>
              <a:ext uri="{FF2B5EF4-FFF2-40B4-BE49-F238E27FC236}">
                <a16:creationId xmlns:a16="http://schemas.microsoft.com/office/drawing/2014/main" id="{1DFAB431-2D51-8CA2-0CE2-71214689EA56}"/>
              </a:ext>
            </a:extLst>
          </p:cNvPr>
          <p:cNvGrpSpPr/>
          <p:nvPr/>
        </p:nvGrpSpPr>
        <p:grpSpPr>
          <a:xfrm>
            <a:off x="660399" y="1130312"/>
            <a:ext cx="10858501" cy="5105388"/>
            <a:chOff x="660399" y="1130312"/>
            <a:chExt cx="10858501" cy="5105388"/>
          </a:xfrm>
        </p:grpSpPr>
        <p:cxnSp>
          <p:nvCxnSpPr>
            <p:cNvPr id="5" name="直接连接符 1" descr="d8083415-795d-4b3d-9cd8-93ae8ce0257e">
              <a:extLst>
                <a:ext uri="{FF2B5EF4-FFF2-40B4-BE49-F238E27FC236}">
                  <a16:creationId xmlns:a16="http://schemas.microsoft.com/office/drawing/2014/main" id="{079436FA-4060-68D5-B31C-7CC567751D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81" y="1952012"/>
              <a:ext cx="0" cy="4283688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itle" descr="c7353884-f4d1-4003-b635-f896ff28e208">
              <a:extLst>
                <a:ext uri="{FF2B5EF4-FFF2-40B4-BE49-F238E27FC236}">
                  <a16:creationId xmlns:a16="http://schemas.microsoft.com/office/drawing/2014/main" id="{C7213F68-B136-E791-2E1B-2E0D5CD7E0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12"/>
              <a:ext cx="10858500" cy="618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完美呈现演示内容</a:t>
              </a:r>
            </a:p>
          </p:txBody>
        </p:sp>
        <p:grpSp>
          <p:nvGrpSpPr>
            <p:cNvPr id="44" name="组合 43" descr="caff77db-cb3d-4ad9-a5df-60457aac5dba">
              <a:extLst>
                <a:ext uri="{FF2B5EF4-FFF2-40B4-BE49-F238E27FC236}">
                  <a16:creationId xmlns:a16="http://schemas.microsoft.com/office/drawing/2014/main" id="{EF3F3269-25A9-D17D-FABD-DE9044B05AAA}"/>
                </a:ext>
              </a:extLst>
            </p:cNvPr>
            <p:cNvGrpSpPr/>
            <p:nvPr/>
          </p:nvGrpSpPr>
          <p:grpSpPr>
            <a:xfrm>
              <a:off x="660399" y="1937498"/>
              <a:ext cx="5441930" cy="1608398"/>
              <a:chOff x="660399" y="1937498"/>
              <a:chExt cx="5441930" cy="1608398"/>
            </a:xfrm>
          </p:grpSpPr>
          <p:sp>
            <p:nvSpPr>
              <p:cNvPr id="7" name="ComponentBackground1" descr="a21486e4-7311-47b3-964f-47dfbed6ee0c">
                <a:extLst>
                  <a:ext uri="{FF2B5EF4-FFF2-40B4-BE49-F238E27FC236}">
                    <a16:creationId xmlns:a16="http://schemas.microsoft.com/office/drawing/2014/main" id="{6FB9A600-5231-77D7-FD12-80AE00BC1F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399" y="1937498"/>
                <a:ext cx="5133600" cy="1608398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8" name="Bullet1" descr="1a21e717-dc0b-42ff-a9c1-8225172c2ccb">
                <a:extLst>
                  <a:ext uri="{FF2B5EF4-FFF2-40B4-BE49-F238E27FC236}">
                    <a16:creationId xmlns:a16="http://schemas.microsoft.com/office/drawing/2014/main" id="{1C4B8F33-A749-7BFE-12E4-C0C53860C37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95524" y="1992623"/>
                <a:ext cx="4571548" cy="527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放映设置</a:t>
                </a:r>
              </a:p>
            </p:txBody>
          </p:sp>
          <p:sp>
            <p:nvSpPr>
              <p:cNvPr id="9" name="Text1" descr="44c2578d-2748-43b3-9dfb-25c7631846c4">
                <a:extLst>
                  <a:ext uri="{FF2B5EF4-FFF2-40B4-BE49-F238E27FC236}">
                    <a16:creationId xmlns:a16="http://schemas.microsoft.com/office/drawing/2014/main" id="{885FD7CA-CC2E-E154-DE99-7D09A9FC445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95524" y="2561877"/>
                <a:ext cx="4571548" cy="927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在放映前，可设置放映方式，如全屏幕放映、窗口放映等。还可设置幻灯片切换效果和放映时间。 </a:t>
                </a:r>
              </a:p>
            </p:txBody>
          </p:sp>
          <p:sp>
            <p:nvSpPr>
              <p:cNvPr id="6" name="Number1" descr="b1eaa713-dfe1-4da3-bfd1-77aae04d2dd3">
                <a:extLst>
                  <a:ext uri="{FF2B5EF4-FFF2-40B4-BE49-F238E27FC236}">
                    <a16:creationId xmlns:a16="http://schemas.microsoft.com/office/drawing/2014/main" id="{4A1E9B9F-B33E-7EE7-DB53-0145E6BFEC81}"/>
                  </a:ext>
                </a:extLst>
              </p:cNvPr>
              <p:cNvSpPr/>
              <p:nvPr/>
            </p:nvSpPr>
            <p:spPr>
              <a:xfrm>
                <a:off x="5529929" y="2475297"/>
                <a:ext cx="572400" cy="532800"/>
              </a:xfrm>
              <a:prstGeom prst="lef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id="45" name="组合 44" descr="736560c8-312c-464d-a068-fb4af210f842">
              <a:extLst>
                <a:ext uri="{FF2B5EF4-FFF2-40B4-BE49-F238E27FC236}">
                  <a16:creationId xmlns:a16="http://schemas.microsoft.com/office/drawing/2014/main" id="{61D02A33-F112-45F5-F986-AC21E22DF2FB}"/>
                </a:ext>
              </a:extLst>
            </p:cNvPr>
            <p:cNvGrpSpPr/>
            <p:nvPr/>
          </p:nvGrpSpPr>
          <p:grpSpPr>
            <a:xfrm>
              <a:off x="6095980" y="2800233"/>
              <a:ext cx="5422919" cy="1608397"/>
              <a:chOff x="6095980" y="2800233"/>
              <a:chExt cx="5422919" cy="1608397"/>
            </a:xfrm>
          </p:grpSpPr>
          <p:sp>
            <p:nvSpPr>
              <p:cNvPr id="13" name="ComponentBackground2" descr="545f9c0c-7d06-489d-83fd-d77d66d06491">
                <a:extLst>
                  <a:ext uri="{FF2B5EF4-FFF2-40B4-BE49-F238E27FC236}">
                    <a16:creationId xmlns:a16="http://schemas.microsoft.com/office/drawing/2014/main" id="{081CBB38-0863-84B2-69B0-3B178A09F424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397960" y="2800233"/>
                <a:ext cx="5120939" cy="1608397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14" name="Bullet2" descr="bf857d41-fd3e-4b27-9fdc-3e2ed8297fe8">
                <a:extLst>
                  <a:ext uri="{FF2B5EF4-FFF2-40B4-BE49-F238E27FC236}">
                    <a16:creationId xmlns:a16="http://schemas.microsoft.com/office/drawing/2014/main" id="{EFFB1943-3D2D-8E9B-7023-993BB91980B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01006" y="2855358"/>
                <a:ext cx="4571548" cy="527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开始放映</a:t>
                </a:r>
              </a:p>
            </p:txBody>
          </p:sp>
          <p:sp>
            <p:nvSpPr>
              <p:cNvPr id="15" name="Text2" descr="634a018c-9e6f-4fb1-ab67-f3bc56387aec">
                <a:extLst>
                  <a:ext uri="{FF2B5EF4-FFF2-40B4-BE49-F238E27FC236}">
                    <a16:creationId xmlns:a16="http://schemas.microsoft.com/office/drawing/2014/main" id="{5B28BFFE-D496-F528-89DD-627E9C841A5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01006" y="3424613"/>
                <a:ext cx="4571548" cy="927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点击“幻灯片放映”功能区的“从头开始”或“从当前幻灯片开始”按钮，即可启动放映，展示演示文稿。 </a:t>
                </a:r>
              </a:p>
            </p:txBody>
          </p:sp>
          <p:sp>
            <p:nvSpPr>
              <p:cNvPr id="12" name="Number2" descr="edec5d0f-ce59-4f4e-acd4-f45dd80372ef">
                <a:extLst>
                  <a:ext uri="{FF2B5EF4-FFF2-40B4-BE49-F238E27FC236}">
                    <a16:creationId xmlns:a16="http://schemas.microsoft.com/office/drawing/2014/main" id="{2CE3601B-EABE-5493-75A6-C0958071CA9A}"/>
                  </a:ext>
                </a:extLst>
              </p:cNvPr>
              <p:cNvSpPr/>
              <p:nvPr/>
            </p:nvSpPr>
            <p:spPr>
              <a:xfrm>
                <a:off x="6095980" y="3338031"/>
                <a:ext cx="572400" cy="532800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id="46" name="组合 45" descr="a82433ee-d69d-4c62-883c-fc1545c38304">
              <a:extLst>
                <a:ext uri="{FF2B5EF4-FFF2-40B4-BE49-F238E27FC236}">
                  <a16:creationId xmlns:a16="http://schemas.microsoft.com/office/drawing/2014/main" id="{A08BB110-2EAC-66B8-1D5F-3EB85DE956E3}"/>
                </a:ext>
              </a:extLst>
            </p:cNvPr>
            <p:cNvGrpSpPr/>
            <p:nvPr/>
          </p:nvGrpSpPr>
          <p:grpSpPr>
            <a:xfrm>
              <a:off x="660399" y="3662967"/>
              <a:ext cx="5441930" cy="1608398"/>
              <a:chOff x="660399" y="3662967"/>
              <a:chExt cx="5441930" cy="1608398"/>
            </a:xfrm>
          </p:grpSpPr>
          <p:sp>
            <p:nvSpPr>
              <p:cNvPr id="19" name="ComponentBackground3" descr="9db6e075-cb0f-48a1-abd5-c816e8d3e3c5">
                <a:extLst>
                  <a:ext uri="{FF2B5EF4-FFF2-40B4-BE49-F238E27FC236}">
                    <a16:creationId xmlns:a16="http://schemas.microsoft.com/office/drawing/2014/main" id="{60617007-DD0B-D7BB-EAB4-0113A8083E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0399" y="3662967"/>
                <a:ext cx="5133596" cy="1608398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20" name="Bullet3" descr="80565d23-2f2f-4f59-b204-85ea2a1fa258">
                <a:extLst>
                  <a:ext uri="{FF2B5EF4-FFF2-40B4-BE49-F238E27FC236}">
                    <a16:creationId xmlns:a16="http://schemas.microsoft.com/office/drawing/2014/main" id="{FD58D4D9-830E-6ACE-844E-4950A551CFD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95524" y="3718092"/>
                <a:ext cx="4571548" cy="527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输出为视频</a:t>
                </a:r>
              </a:p>
            </p:txBody>
          </p:sp>
          <p:sp>
            <p:nvSpPr>
              <p:cNvPr id="21" name="Text3" descr="28d102f2-d752-4843-b9e9-231c435b7e4b">
                <a:extLst>
                  <a:ext uri="{FF2B5EF4-FFF2-40B4-BE49-F238E27FC236}">
                    <a16:creationId xmlns:a16="http://schemas.microsoft.com/office/drawing/2014/main" id="{2E80503A-18C5-987E-ADF6-3595BABED09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95524" y="4287347"/>
                <a:ext cx="4571548" cy="927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若需将演示文稿分享给他人，可将其输出为视频格式。在“文件”菜单的“导出”中，选择视频格式即可。 </a:t>
                </a:r>
              </a:p>
            </p:txBody>
          </p:sp>
          <p:sp>
            <p:nvSpPr>
              <p:cNvPr id="18" name="Number3" descr="0b88dedb-26cb-4a4c-b259-b63e5595040f">
                <a:extLst>
                  <a:ext uri="{FF2B5EF4-FFF2-40B4-BE49-F238E27FC236}">
                    <a16:creationId xmlns:a16="http://schemas.microsoft.com/office/drawing/2014/main" id="{84130B42-E421-9983-CB62-E163E8AFF023}"/>
                  </a:ext>
                </a:extLst>
              </p:cNvPr>
              <p:cNvSpPr/>
              <p:nvPr/>
            </p:nvSpPr>
            <p:spPr>
              <a:xfrm>
                <a:off x="5529929" y="4200766"/>
                <a:ext cx="572400" cy="532800"/>
              </a:xfrm>
              <a:prstGeom prst="lef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id="47" name="组合 46" descr="5ceec9b1-b8ce-4e41-8e98-ca262a11eb8c">
              <a:extLst>
                <a:ext uri="{FF2B5EF4-FFF2-40B4-BE49-F238E27FC236}">
                  <a16:creationId xmlns:a16="http://schemas.microsoft.com/office/drawing/2014/main" id="{F08F0ED0-C783-362B-F4AF-75A7796A62C8}"/>
                </a:ext>
              </a:extLst>
            </p:cNvPr>
            <p:cNvGrpSpPr/>
            <p:nvPr/>
          </p:nvGrpSpPr>
          <p:grpSpPr>
            <a:xfrm>
              <a:off x="6095980" y="4525703"/>
              <a:ext cx="5422919" cy="1608397"/>
              <a:chOff x="6095980" y="4525703"/>
              <a:chExt cx="5422919" cy="1608397"/>
            </a:xfrm>
          </p:grpSpPr>
          <p:sp>
            <p:nvSpPr>
              <p:cNvPr id="25" name="ComponentBackground4" descr="ac70074d-37e2-4522-b9d5-07947989b26b">
                <a:extLst>
                  <a:ext uri="{FF2B5EF4-FFF2-40B4-BE49-F238E27FC236}">
                    <a16:creationId xmlns:a16="http://schemas.microsoft.com/office/drawing/2014/main" id="{235FD1F8-3410-02C8-571B-8B507577AE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397960" y="4525703"/>
                <a:ext cx="5120939" cy="1608397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/>
              </a:p>
            </p:txBody>
          </p:sp>
          <p:sp>
            <p:nvSpPr>
              <p:cNvPr id="26" name="Bullet4" descr="5cc1f1df-8526-4d45-8fbf-e07e501b16ca">
                <a:extLst>
                  <a:ext uri="{FF2B5EF4-FFF2-40B4-BE49-F238E27FC236}">
                    <a16:creationId xmlns:a16="http://schemas.microsoft.com/office/drawing/2014/main" id="{E5593995-C341-5995-19FD-DAE1A593A62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01006" y="4580828"/>
                <a:ext cx="4571548" cy="527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输出为PDF</a:t>
                </a:r>
              </a:p>
            </p:txBody>
          </p:sp>
          <p:sp>
            <p:nvSpPr>
              <p:cNvPr id="27" name="Text4" descr="4d4f9062-9a1d-4ce2-a33d-280dbec1d29c">
                <a:extLst>
                  <a:ext uri="{FF2B5EF4-FFF2-40B4-BE49-F238E27FC236}">
                    <a16:creationId xmlns:a16="http://schemas.microsoft.com/office/drawing/2014/main" id="{9A84C36C-4150-0699-4940-96308E45ACA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01006" y="5150083"/>
                <a:ext cx="4571548" cy="927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/>
                  </a:rPr>
                  <a:t>输出为PDF格式，能保持演示文稿的排版和格式不变。在“文件”菜单的“导出”中，选择PDF格式进行导出。 </a:t>
                </a:r>
              </a:p>
            </p:txBody>
          </p:sp>
          <p:sp>
            <p:nvSpPr>
              <p:cNvPr id="24" name="Number4" descr="b1de61e7-9f87-4c99-8c58-de96df7362ee">
                <a:extLst>
                  <a:ext uri="{FF2B5EF4-FFF2-40B4-BE49-F238E27FC236}">
                    <a16:creationId xmlns:a16="http://schemas.microsoft.com/office/drawing/2014/main" id="{84F4AA27-14DD-15E8-131E-42CF42BF987F}"/>
                  </a:ext>
                </a:extLst>
              </p:cNvPr>
              <p:cNvSpPr/>
              <p:nvPr/>
            </p:nvSpPr>
            <p:spPr>
              <a:xfrm>
                <a:off x="6095980" y="5063501"/>
                <a:ext cx="572400" cy="532800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200" b="0" i="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放映与输出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fd783f1-a84a-4d0d-a428-c25604795c8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 dirty="0">
                <a:solidFill>
                  <a:srgbClr val="000000"/>
                </a:solidFill>
                <a:ea typeface="微软雅黑"/>
              </a:rPr>
              <a:t>谢谢观看</a:t>
            </a:r>
          </a:p>
        </p:txBody>
      </p:sp>
      <p:sp>
        <p:nvSpPr>
          <p:cNvPr id="4" name="文本占位符 3" descr="5abdba75-b7f2-4f40-8f05-bd16f31b5238"/>
          <p:cNvSpPr>
            <a:spLocks noGrp="1"/>
          </p:cNvSpPr>
          <p:nvPr>
            <p:ph type="body" sz="quarter" idx="13" hasCustomPrompt="1"/>
          </p:nvPr>
        </p:nvSpPr>
        <p:spPr>
          <a:xfrm>
            <a:off x="1689857" y="4383097"/>
            <a:ext cx="3657600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400" b="0" i="0" u="none" dirty="0">
                <a:solidFill>
                  <a:srgbClr val="000000"/>
                </a:solidFill>
                <a:ea typeface="微软雅黑"/>
              </a:rPr>
              <a:t>报告人</a:t>
            </a:r>
            <a:r>
              <a:rPr lang="zh-CN" altLang="en-US" sz="1400" b="0" i="0" u="none" dirty="0">
                <a:solidFill>
                  <a:srgbClr val="000000"/>
                </a:solidFill>
                <a:ea typeface="微软雅黑"/>
              </a:rPr>
              <a:t>：</a:t>
            </a:r>
            <a:endParaRPr lang="en-US" sz="1400" b="0" i="0" u="none" dirty="0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5" name="文本占位符 4" descr="27b85a07-f8d8-4e54-90a1-2fd67c2b63cf"/>
          <p:cNvSpPr>
            <a:spLocks noGrp="1"/>
          </p:cNvSpPr>
          <p:nvPr>
            <p:ph type="body" sz="quarter" idx="14" hasCustomPrompt="1"/>
          </p:nvPr>
        </p:nvSpPr>
        <p:spPr>
          <a:xfrm>
            <a:off x="2658759" y="4383097"/>
            <a:ext cx="3657600" cy="274320"/>
          </a:xfrm>
        </p:spPr>
        <p:txBody>
          <a:bodyPr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 strike="noStrike" dirty="0">
                <a:solidFill>
                  <a:srgbClr val="000000"/>
                </a:solidFill>
                <a:ea typeface="微软雅黑"/>
              </a:rPr>
              <a:t>数媒6班 叶嘉玲 81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10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D5991"/>
      </a:accent1>
      <a:accent2>
        <a:srgbClr val="28A7B8"/>
      </a:accent2>
      <a:accent3>
        <a:srgbClr val="A1887F"/>
      </a:accent3>
      <a:accent4>
        <a:srgbClr val="BE6E55"/>
      </a:accent4>
      <a:accent5>
        <a:srgbClr val="313E77"/>
      </a:accent5>
      <a:accent6>
        <a:srgbClr val="148A99"/>
      </a:accent6>
      <a:hlink>
        <a:srgbClr val="2DBE60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131</TotalTime>
  <Words>1019</Words>
  <Application>Microsoft Office PowerPoint</Application>
  <PresentationFormat>宽屏</PresentationFormat>
  <Paragraphs>237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微软雅黑</vt:lpstr>
      <vt:lpstr>Arial</vt:lpstr>
      <vt:lpstr>Designed by iSlide</vt:lpstr>
      <vt:lpstr>Office学习教程</vt:lpstr>
      <vt:lpstr>目录</vt:lpstr>
      <vt:lpstr>Office基础入门</vt:lpstr>
      <vt:lpstr>Office简介</vt:lpstr>
      <vt:lpstr>安装与启动</vt:lpstr>
      <vt:lpstr>界面认识</vt:lpstr>
      <vt:lpstr>Word文档编辑</vt:lpstr>
      <vt:lpstr>文档基本操作</vt:lpstr>
      <vt:lpstr>文本编辑技巧</vt:lpstr>
      <vt:lpstr>插入对象</vt:lpstr>
      <vt:lpstr>样式与模板</vt:lpstr>
      <vt:lpstr>Excel数据处理</vt:lpstr>
      <vt:lpstr>工作簿与工作表</vt:lpstr>
      <vt:lpstr>数据输入与编辑</vt:lpstr>
      <vt:lpstr>公式与函数</vt:lpstr>
      <vt:lpstr>数据排序与筛选</vt:lpstr>
      <vt:lpstr>PowerPoint演示文稿制作</vt:lpstr>
      <vt:lpstr>演示文稿创建</vt:lpstr>
      <vt:lpstr>幻灯片编辑</vt:lpstr>
      <vt:lpstr>动画效果设置</vt:lpstr>
      <vt:lpstr>放映与输出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牙 犬</cp:lastModifiedBy>
  <cp:revision>2</cp:revision>
  <cp:lastPrinted>2023-11-06T16:00:00Z</cp:lastPrinted>
  <dcterms:created xsi:type="dcterms:W3CDTF">2023-11-06T16:00:00Z</dcterms:created>
  <dcterms:modified xsi:type="dcterms:W3CDTF">2026-01-03T15:49:57Z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0a0474d4-a42b-4fe5-8e34-e335e7082ff9</vt:lpwstr>
  </property>
</Properties>
</file>